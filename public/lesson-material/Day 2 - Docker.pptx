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9" r:id="rId3"/>
    <p:sldId id="288" r:id="rId4"/>
    <p:sldId id="280" r:id="rId5"/>
    <p:sldId id="281" r:id="rId6"/>
    <p:sldId id="283" r:id="rId7"/>
    <p:sldId id="282" r:id="rId8"/>
    <p:sldId id="284" r:id="rId9"/>
    <p:sldId id="285" r:id="rId10"/>
    <p:sldId id="351" r:id="rId11"/>
    <p:sldId id="286" r:id="rId12"/>
    <p:sldId id="330" r:id="rId13"/>
    <p:sldId id="261" r:id="rId14"/>
    <p:sldId id="265" r:id="rId15"/>
    <p:sldId id="332" r:id="rId16"/>
    <p:sldId id="343" r:id="rId17"/>
    <p:sldId id="344" r:id="rId18"/>
    <p:sldId id="345" r:id="rId19"/>
    <p:sldId id="340" r:id="rId20"/>
    <p:sldId id="346" r:id="rId21"/>
    <p:sldId id="335" r:id="rId22"/>
    <p:sldId id="341" r:id="rId23"/>
    <p:sldId id="347" r:id="rId24"/>
    <p:sldId id="337" r:id="rId25"/>
    <p:sldId id="349" r:id="rId26"/>
    <p:sldId id="350" r:id="rId27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283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3C25728-BAEA-6FEE-B699-A2FED19E39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8C42E64B-89AA-52F8-BC2F-3B350EA2EC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mall för underrubrikformat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3BAE6DEA-E8DF-657F-C5FD-E7BB5D47F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86E6E-61AC-4C47-B8CE-FF69678018E7}" type="datetimeFigureOut">
              <a:rPr lang="sv-SE" smtClean="0"/>
              <a:t>2026-04-28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6C5159CD-108B-3525-A362-985FBDFD3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6C2A9C89-CD95-FFB9-F3F9-E2DEC4837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67D92-F1F9-4CEB-9D96-EB1281A8BC0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249848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4B8B3B45-7824-1C91-B14F-721D8B856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E8318258-6C61-A90F-318C-327A3B3B69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BA050799-1EFF-6C83-32DD-B91EEB700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86E6E-61AC-4C47-B8CE-FF69678018E7}" type="datetimeFigureOut">
              <a:rPr lang="sv-SE" smtClean="0"/>
              <a:t>2026-04-28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8CA57AC1-4E63-EB42-9968-B3B6504D0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27A8DA7F-84E8-9AFA-B836-B88EA94C9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67D92-F1F9-4CEB-9D96-EB1281A8BC0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48605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3FDC0C55-C94E-C3F7-BD9B-C917D3211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C89D711A-1E31-9058-FCFD-4CFB502280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CC33E832-A6E3-1E33-E577-0DE34E8ED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86E6E-61AC-4C47-B8CE-FF69678018E7}" type="datetimeFigureOut">
              <a:rPr lang="sv-SE" smtClean="0"/>
              <a:t>2026-04-28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DDC3B46D-CA64-90B6-9C5B-7065B221E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10073E38-3344-60EE-2F3B-2BF2F3900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67D92-F1F9-4CEB-9D96-EB1281A8BC0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79485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2F1D424B-BE4B-EC39-B5D5-3423E4E80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7ACE55F1-0E0F-DCFD-B7C7-B035A4B50E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26B4BBCA-F7DB-4BDC-3B46-F265125D1D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AF2860DF-CB7A-E884-C3F1-B360AE144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86E6E-61AC-4C47-B8CE-FF69678018E7}" type="datetimeFigureOut">
              <a:rPr lang="sv-SE" smtClean="0"/>
              <a:t>2026-04-28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AF57FB6E-AD5C-ED45-D026-DA62C553B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CD2702F9-FA58-DF20-D58A-E62E80E20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67D92-F1F9-4CEB-9D96-EB1281A8BC0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1601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9D34D467-31D1-76C7-3695-70A42F59B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74DBC9F0-EFC2-AB8D-1D7E-AC50AE9DA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7CE80A38-3510-B6FE-5CAB-C3848E2510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AAF30DA7-DB87-67D4-672F-AD1D731C8D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6" name="Platshållare för innehåll 5">
            <a:extLst>
              <a:ext uri="{FF2B5EF4-FFF2-40B4-BE49-F238E27FC236}">
                <a16:creationId xmlns:a16="http://schemas.microsoft.com/office/drawing/2014/main" id="{93B790DF-5B02-664F-BB8E-448F6A0E49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7" name="Platshållare för datum 6">
            <a:extLst>
              <a:ext uri="{FF2B5EF4-FFF2-40B4-BE49-F238E27FC236}">
                <a16:creationId xmlns:a16="http://schemas.microsoft.com/office/drawing/2014/main" id="{3222A881-2992-FF51-CB88-262F78CAD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86E6E-61AC-4C47-B8CE-FF69678018E7}" type="datetimeFigureOut">
              <a:rPr lang="sv-SE" smtClean="0"/>
              <a:t>2026-04-28</a:t>
            </a:fld>
            <a:endParaRPr lang="sv-SE"/>
          </a:p>
        </p:txBody>
      </p:sp>
      <p:sp>
        <p:nvSpPr>
          <p:cNvPr id="8" name="Platshållare för sidfot 7">
            <a:extLst>
              <a:ext uri="{FF2B5EF4-FFF2-40B4-BE49-F238E27FC236}">
                <a16:creationId xmlns:a16="http://schemas.microsoft.com/office/drawing/2014/main" id="{26C7B756-FF4F-E9D5-D5BF-BD53F30C1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Platshållare för bildnummer 8">
            <a:extLst>
              <a:ext uri="{FF2B5EF4-FFF2-40B4-BE49-F238E27FC236}">
                <a16:creationId xmlns:a16="http://schemas.microsoft.com/office/drawing/2014/main" id="{7CD8D86B-D5FA-5882-6CB3-6FF637668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67D92-F1F9-4CEB-9D96-EB1281A8BC0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026875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AF4639DB-97B1-5554-2863-C2060F02A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CDDF0790-28C2-3276-4EA0-DE0786D74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86E6E-61AC-4C47-B8CE-FF69678018E7}" type="datetimeFigureOut">
              <a:rPr lang="sv-SE" smtClean="0"/>
              <a:t>2026-04-28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7BD75DC8-1783-2145-388F-DEA4F8FAE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8EC72E0C-011B-86CC-7BE3-10668D2FA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67D92-F1F9-4CEB-9D96-EB1281A8BC0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633865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4D6B3E6C-04DA-AAEF-01DE-E4E3D0B27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86E6E-61AC-4C47-B8CE-FF69678018E7}" type="datetimeFigureOut">
              <a:rPr lang="sv-SE" smtClean="0"/>
              <a:t>2026-04-28</a:t>
            </a:fld>
            <a:endParaRPr lang="sv-SE"/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696D63FF-E0C6-63B9-D35E-7F4CEE82C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3E036561-C0DC-02E8-AD27-2F6F48A95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67D92-F1F9-4CEB-9D96-EB1281A8BC0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34159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12ADE388-0C40-C986-C4B5-DFD7A6EF7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A9E52A5A-7C7C-C154-4529-9F54D6CC8D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DA9C168E-981C-3A49-97EA-ABDF9EF96D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B3F06383-1DD2-17EF-1730-A4FA88EF1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86E6E-61AC-4C47-B8CE-FF69678018E7}" type="datetimeFigureOut">
              <a:rPr lang="sv-SE" smtClean="0"/>
              <a:t>2026-04-28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742473A5-C4E6-4062-AFE9-DDD98AF57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8B04FDAD-263F-B434-0983-81A1C7F73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67D92-F1F9-4CEB-9D96-EB1281A8BC0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49382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E383F72D-CCA6-B588-B1B4-1863364A1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bild 2">
            <a:extLst>
              <a:ext uri="{FF2B5EF4-FFF2-40B4-BE49-F238E27FC236}">
                <a16:creationId xmlns:a16="http://schemas.microsoft.com/office/drawing/2014/main" id="{D5E92569-886E-8F1B-6106-B1EFC82274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BA386C02-AD64-AEB8-3EB9-2DA8CC0051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877E85F3-3ED8-5F02-3E18-23FDF9796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86E6E-61AC-4C47-B8CE-FF69678018E7}" type="datetimeFigureOut">
              <a:rPr lang="sv-SE" smtClean="0"/>
              <a:t>2026-04-28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78E1CEF8-23B4-0CEE-2093-9CD7191B1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2C4A705D-8497-03E6-8906-18C8D2EF5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67D92-F1F9-4CEB-9D96-EB1281A8BC0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09277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B5A8D225-3A5C-F9C3-8754-0DB83E47E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lodrät text 2">
            <a:extLst>
              <a:ext uri="{FF2B5EF4-FFF2-40B4-BE49-F238E27FC236}">
                <a16:creationId xmlns:a16="http://schemas.microsoft.com/office/drawing/2014/main" id="{8D0FB437-A09B-CC0F-05BF-7DB388B358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D347F088-9981-2F0A-5287-D8588D4B5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86E6E-61AC-4C47-B8CE-FF69678018E7}" type="datetimeFigureOut">
              <a:rPr lang="sv-SE" smtClean="0"/>
              <a:t>2026-04-28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006A0EBE-62CB-D1B7-6B62-6162FA25E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E3AEAB5E-0A48-2705-7495-4FAAE0C91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67D92-F1F9-4CEB-9D96-EB1281A8BC0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112689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ät rubrik 1">
            <a:extLst>
              <a:ext uri="{FF2B5EF4-FFF2-40B4-BE49-F238E27FC236}">
                <a16:creationId xmlns:a16="http://schemas.microsoft.com/office/drawing/2014/main" id="{8757BE6C-E9FA-58C3-EBAF-58CC315E3E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lodrät text 2">
            <a:extLst>
              <a:ext uri="{FF2B5EF4-FFF2-40B4-BE49-F238E27FC236}">
                <a16:creationId xmlns:a16="http://schemas.microsoft.com/office/drawing/2014/main" id="{9252C14B-78AE-A396-62E8-26A48EB24C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76FC395B-F516-0838-AEED-3E8BB6783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86E6E-61AC-4C47-B8CE-FF69678018E7}" type="datetimeFigureOut">
              <a:rPr lang="sv-SE" smtClean="0"/>
              <a:t>2026-04-28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27124C92-9646-18CA-B20A-24FA17464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73B9A1A4-1350-626B-C9F0-18FFA0E41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67D92-F1F9-4CEB-9D96-EB1281A8BC0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11103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6E0DCD18-4B6C-1C3D-CF58-089E2C8A0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CCB8CB82-E33F-6E88-37A2-0F969836A6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3EA8AD35-FC9A-E72F-2126-0A50AF3FF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C86E6E-61AC-4C47-B8CE-FF69678018E7}" type="datetimeFigureOut">
              <a:rPr lang="sv-SE" smtClean="0"/>
              <a:t>2026-04-28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4FA016B8-4E8A-152D-7E19-BA8595D87C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BACDDB2D-072A-77EA-06EE-63CD1FBD6C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467D92-F1F9-4CEB-9D96-EB1281A8BC0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55197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nkier.com/1/oc-run" TargetMode="External"/><Relationship Id="rId2" Type="http://schemas.openxmlformats.org/officeDocument/2006/relationships/hyperlink" Target="https://kubernetes.io/docs/reference/generated/kubectl/kubectl-commands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penshift.com/container-platform/4.11/welcome/index.html" TargetMode="External"/><Relationship Id="rId2" Type="http://schemas.openxmlformats.org/officeDocument/2006/relationships/hyperlink" Target="https://kubernetes.io/docs/home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kubernetes.io/docs/reference/generated/kubectl/kubectl-commands" TargetMode="Externa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7E274909-4F9F-3321-7F2B-50BA8214C2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v-SE" dirty="0"/>
              <a:t>Day 2: Designing </a:t>
            </a:r>
            <a:r>
              <a:rPr lang="sv-SE" dirty="0" err="1"/>
              <a:t>Apps</a:t>
            </a:r>
            <a:r>
              <a:rPr lang="sv-SE" dirty="0"/>
              <a:t> </a:t>
            </a:r>
            <a:r>
              <a:rPr lang="sv-SE" dirty="0" err="1"/>
              <a:t>with</a:t>
            </a:r>
            <a:r>
              <a:rPr lang="sv-SE" dirty="0"/>
              <a:t> </a:t>
            </a:r>
            <a:r>
              <a:rPr lang="sv-SE" dirty="0" err="1"/>
              <a:t>Docker</a:t>
            </a:r>
            <a:endParaRPr lang="sv-SE" dirty="0"/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7BE144DA-499B-854C-337A-F5B0166E09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74680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236C2E-16AD-7FEF-5E2D-418D94E3339E}"/>
              </a:ext>
            </a:extLst>
          </p:cNvPr>
          <p:cNvSpPr txBox="1"/>
          <p:nvPr/>
        </p:nvSpPr>
        <p:spPr>
          <a:xfrm>
            <a:off x="648931" y="2438400"/>
            <a:ext cx="3505494" cy="3785419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7" name="Picture 6" descr="A picture containing timeline&#10;&#10;Description automatically generated">
            <a:extLst>
              <a:ext uri="{FF2B5EF4-FFF2-40B4-BE49-F238E27FC236}">
                <a16:creationId xmlns:a16="http://schemas.microsoft.com/office/drawing/2014/main" id="{0CE7EC80-77C2-8578-C789-4538D60648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2115" y="482173"/>
            <a:ext cx="7519708" cy="5893654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259058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D0DE86D7-1908-5AE1-7E7A-5EB059CE0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Pushing</a:t>
            </a:r>
            <a:r>
              <a:rPr lang="sv-SE" dirty="0"/>
              <a:t> images to a </a:t>
            </a:r>
            <a:r>
              <a:rPr lang="sv-SE" dirty="0" err="1"/>
              <a:t>repository</a:t>
            </a:r>
            <a:endParaRPr lang="sv-SE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8C2C8C6C-83FF-2C98-C6DD-FFFEE86EF8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/>
              <a:t>1. </a:t>
            </a:r>
            <a:r>
              <a:rPr lang="sv-SE" dirty="0" err="1"/>
              <a:t>Build</a:t>
            </a:r>
            <a:r>
              <a:rPr lang="sv-SE" dirty="0"/>
              <a:t> image and tag image </a:t>
            </a:r>
            <a:r>
              <a:rPr lang="sv-SE" dirty="0" err="1"/>
              <a:t>locally</a:t>
            </a:r>
            <a:endParaRPr lang="sv-SE" dirty="0"/>
          </a:p>
          <a:p>
            <a:r>
              <a:rPr lang="sv-SE" dirty="0"/>
              <a:t>2. Tag image </a:t>
            </a:r>
            <a:r>
              <a:rPr lang="sv-SE" dirty="0" err="1"/>
              <a:t>with</a:t>
            </a:r>
            <a:r>
              <a:rPr lang="sv-SE" dirty="0"/>
              <a:t> </a:t>
            </a:r>
            <a:r>
              <a:rPr lang="sv-SE" dirty="0" err="1"/>
              <a:t>repository</a:t>
            </a:r>
            <a:r>
              <a:rPr lang="sv-SE" dirty="0"/>
              <a:t> </a:t>
            </a:r>
            <a:r>
              <a:rPr lang="sv-SE" dirty="0" err="1"/>
              <a:t>name</a:t>
            </a:r>
            <a:endParaRPr lang="sv-SE" dirty="0"/>
          </a:p>
          <a:p>
            <a:r>
              <a:rPr lang="sv-SE" dirty="0"/>
              <a:t>3. Login to </a:t>
            </a:r>
            <a:r>
              <a:rPr lang="sv-SE" dirty="0" err="1"/>
              <a:t>your</a:t>
            </a:r>
            <a:r>
              <a:rPr lang="sv-SE" dirty="0"/>
              <a:t> </a:t>
            </a:r>
            <a:r>
              <a:rPr lang="sv-SE" dirty="0" err="1"/>
              <a:t>repository</a:t>
            </a:r>
            <a:r>
              <a:rPr lang="sv-SE" dirty="0"/>
              <a:t> </a:t>
            </a:r>
            <a:r>
              <a:rPr lang="sv-SE" dirty="0" err="1"/>
              <a:t>with</a:t>
            </a:r>
            <a:r>
              <a:rPr lang="sv-SE" dirty="0"/>
              <a:t> </a:t>
            </a:r>
            <a:r>
              <a:rPr lang="sv-SE" dirty="0" err="1"/>
              <a:t>credentials</a:t>
            </a:r>
            <a:r>
              <a:rPr lang="sv-SE" dirty="0"/>
              <a:t> or </a:t>
            </a:r>
            <a:r>
              <a:rPr lang="sv-SE" dirty="0" err="1"/>
              <a:t>local</a:t>
            </a:r>
            <a:r>
              <a:rPr lang="sv-SE" dirty="0"/>
              <a:t> </a:t>
            </a:r>
            <a:r>
              <a:rPr lang="sv-SE" dirty="0" err="1"/>
              <a:t>docker</a:t>
            </a:r>
            <a:r>
              <a:rPr lang="sv-SE" dirty="0"/>
              <a:t> </a:t>
            </a:r>
            <a:r>
              <a:rPr lang="sv-SE" dirty="0" err="1"/>
              <a:t>secret</a:t>
            </a:r>
            <a:endParaRPr lang="sv-SE" dirty="0"/>
          </a:p>
          <a:p>
            <a:r>
              <a:rPr lang="sv-SE" dirty="0"/>
              <a:t>4. </a:t>
            </a:r>
            <a:r>
              <a:rPr lang="sv-SE" dirty="0" err="1"/>
              <a:t>Perform</a:t>
            </a:r>
            <a:r>
              <a:rPr lang="sv-SE" dirty="0"/>
              <a:t> a </a:t>
            </a:r>
            <a:r>
              <a:rPr lang="sv-SE" dirty="0" err="1"/>
              <a:t>docker</a:t>
            </a:r>
            <a:r>
              <a:rPr lang="sv-SE" dirty="0"/>
              <a:t> push on the image </a:t>
            </a:r>
            <a:r>
              <a:rPr lang="sv-SE" dirty="0" err="1"/>
              <a:t>tage</a:t>
            </a:r>
            <a:r>
              <a:rPr lang="sv-SE" dirty="0"/>
              <a:t> </a:t>
            </a:r>
            <a:r>
              <a:rPr lang="sv-SE" dirty="0" err="1"/>
              <a:t>with</a:t>
            </a:r>
            <a:r>
              <a:rPr lang="sv-SE" dirty="0"/>
              <a:t> </a:t>
            </a:r>
            <a:r>
              <a:rPr lang="sv-SE" dirty="0" err="1"/>
              <a:t>repository</a:t>
            </a:r>
            <a:r>
              <a:rPr lang="sv-SE" dirty="0"/>
              <a:t> destination.</a:t>
            </a:r>
          </a:p>
          <a:p>
            <a:r>
              <a:rPr lang="de-DE" dirty="0" err="1"/>
              <a:t>docker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 tag </a:t>
            </a:r>
            <a:r>
              <a:rPr lang="de-DE" dirty="0" err="1">
                <a:solidFill>
                  <a:srgbClr val="FF0000"/>
                </a:solidFill>
              </a:rPr>
              <a:t>rhel-httpd:latest</a:t>
            </a:r>
            <a:r>
              <a:rPr lang="de-DE" dirty="0">
                <a:solidFill>
                  <a:srgbClr val="FF0000"/>
                </a:solidFill>
              </a:rPr>
              <a:t> </a:t>
            </a:r>
            <a:r>
              <a:rPr lang="de-DE" dirty="0"/>
              <a:t>registry-host:5000/</a:t>
            </a:r>
            <a:r>
              <a:rPr lang="de-DE" dirty="0" err="1"/>
              <a:t>myadmin</a:t>
            </a:r>
            <a:r>
              <a:rPr lang="de-DE" dirty="0"/>
              <a:t>/</a:t>
            </a:r>
            <a:r>
              <a:rPr lang="de-DE" dirty="0" err="1"/>
              <a:t>rhel-httpd:latest</a:t>
            </a:r>
            <a:endParaRPr lang="de-DE" dirty="0"/>
          </a:p>
          <a:p>
            <a:r>
              <a:rPr lang="de-DE" dirty="0" err="1"/>
              <a:t>docker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 push </a:t>
            </a:r>
            <a:r>
              <a:rPr lang="de-DE" dirty="0">
                <a:solidFill>
                  <a:srgbClr val="FF0000"/>
                </a:solidFill>
              </a:rPr>
              <a:t>registry-host:5000/</a:t>
            </a:r>
            <a:r>
              <a:rPr lang="de-DE" dirty="0" err="1">
                <a:solidFill>
                  <a:srgbClr val="FF0000"/>
                </a:solidFill>
              </a:rPr>
              <a:t>myadmin</a:t>
            </a:r>
            <a:r>
              <a:rPr lang="de-DE" dirty="0">
                <a:solidFill>
                  <a:srgbClr val="FF0000"/>
                </a:solidFill>
              </a:rPr>
              <a:t>/</a:t>
            </a:r>
            <a:r>
              <a:rPr lang="de-DE" dirty="0" err="1">
                <a:solidFill>
                  <a:srgbClr val="FF0000"/>
                </a:solidFill>
              </a:rPr>
              <a:t>rhel-httpd:latest</a:t>
            </a:r>
            <a:endParaRPr lang="sv-SE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6104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6E3ABE77-E477-4596-6E5B-43AAC5BCC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v-SE" dirty="0" err="1"/>
              <a:t>Quiz</a:t>
            </a:r>
            <a:r>
              <a:rPr lang="sv-SE" dirty="0"/>
              <a:t>: </a:t>
            </a:r>
            <a:r>
              <a:rPr lang="sv-SE" dirty="0" err="1"/>
              <a:t>What</a:t>
            </a:r>
            <a:r>
              <a:rPr lang="sv-SE" dirty="0"/>
              <a:t> </a:t>
            </a:r>
            <a:r>
              <a:rPr lang="sv-SE" dirty="0" err="1"/>
              <a:t>does</a:t>
            </a:r>
            <a:r>
              <a:rPr lang="sv-SE" dirty="0"/>
              <a:t> </a:t>
            </a:r>
            <a:r>
              <a:rPr lang="sv-SE" dirty="0" err="1"/>
              <a:t>each</a:t>
            </a:r>
            <a:r>
              <a:rPr lang="sv-SE" dirty="0"/>
              <a:t> </a:t>
            </a:r>
            <a:r>
              <a:rPr lang="sv-SE" dirty="0" err="1"/>
              <a:t>row</a:t>
            </a:r>
            <a:r>
              <a:rPr lang="sv-SE" dirty="0"/>
              <a:t> do?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B176C100-11A4-7681-0422-7FB93F8193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 err="1"/>
              <a:t>docker</a:t>
            </a:r>
            <a:r>
              <a:rPr lang="sv-SE" dirty="0"/>
              <a:t> </a:t>
            </a:r>
            <a:r>
              <a:rPr lang="sv-SE" dirty="0" err="1"/>
              <a:t>run</a:t>
            </a:r>
            <a:r>
              <a:rPr lang="sv-SE" dirty="0"/>
              <a:t> -d \</a:t>
            </a:r>
          </a:p>
          <a:p>
            <a:r>
              <a:rPr lang="sv-SE" dirty="0"/>
              <a:t>  --</a:t>
            </a:r>
            <a:r>
              <a:rPr lang="sv-SE" dirty="0" err="1"/>
              <a:t>name</a:t>
            </a:r>
            <a:r>
              <a:rPr lang="sv-SE" dirty="0"/>
              <a:t> </a:t>
            </a:r>
            <a:r>
              <a:rPr lang="sv-SE" dirty="0" err="1"/>
              <a:t>mydb</a:t>
            </a:r>
            <a:r>
              <a:rPr lang="sv-SE" dirty="0"/>
              <a:t> \</a:t>
            </a:r>
          </a:p>
          <a:p>
            <a:r>
              <a:rPr lang="sv-SE" dirty="0"/>
              <a:t>  -e MYSQL_ROOT_PASSWORD=</a:t>
            </a:r>
            <a:r>
              <a:rPr lang="sv-SE" dirty="0" err="1"/>
              <a:t>admin</a:t>
            </a:r>
            <a:r>
              <a:rPr lang="sv-SE" dirty="0"/>
              <a:t> \</a:t>
            </a:r>
          </a:p>
          <a:p>
            <a:r>
              <a:rPr lang="sv-SE" dirty="0"/>
              <a:t>  -p 3306:3306 \</a:t>
            </a:r>
          </a:p>
          <a:p>
            <a:r>
              <a:rPr lang="sv-SE" dirty="0"/>
              <a:t>  </a:t>
            </a:r>
            <a:r>
              <a:rPr lang="sv-SE" dirty="0" err="1"/>
              <a:t>mysql:latest</a:t>
            </a:r>
            <a:endParaRPr lang="sv-SE" dirty="0"/>
          </a:p>
          <a:p>
            <a:pPr marL="0" indent="0">
              <a:buNone/>
            </a:pP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8541194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52C82EB-CFA2-6F75-3290-B79B3AF0E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v-SE" dirty="0"/>
              <a:t>Containers </a:t>
            </a:r>
            <a:r>
              <a:rPr lang="sv-SE" dirty="0" err="1"/>
              <a:t>are</a:t>
            </a:r>
            <a:r>
              <a:rPr lang="sv-SE" dirty="0"/>
              <a:t> </a:t>
            </a:r>
            <a:r>
              <a:rPr lang="sv-SE" dirty="0" err="1"/>
              <a:t>stateless</a:t>
            </a:r>
            <a:endParaRPr lang="sv-SE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7B1E01B4-E3B4-2669-0352-D8151DFBEE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 err="1"/>
              <a:t>When</a:t>
            </a:r>
            <a:r>
              <a:rPr lang="sv-SE" dirty="0"/>
              <a:t> </a:t>
            </a:r>
            <a:r>
              <a:rPr lang="sv-SE" dirty="0" err="1"/>
              <a:t>restarting</a:t>
            </a:r>
            <a:r>
              <a:rPr lang="sv-SE" dirty="0"/>
              <a:t> a container all data is </a:t>
            </a:r>
            <a:r>
              <a:rPr lang="sv-SE" dirty="0" err="1"/>
              <a:t>lost</a:t>
            </a:r>
            <a:r>
              <a:rPr lang="sv-SE" dirty="0"/>
              <a:t>!</a:t>
            </a:r>
          </a:p>
          <a:p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need</a:t>
            </a:r>
            <a:r>
              <a:rPr lang="sv-SE" dirty="0"/>
              <a:t> to </a:t>
            </a:r>
            <a:r>
              <a:rPr lang="sv-SE" dirty="0" err="1"/>
              <a:t>mount</a:t>
            </a:r>
            <a:r>
              <a:rPr lang="sv-SE" dirty="0"/>
              <a:t> a </a:t>
            </a:r>
            <a:r>
              <a:rPr lang="sv-SE" dirty="0" err="1"/>
              <a:t>volume</a:t>
            </a:r>
            <a:endParaRPr lang="sv-SE" dirty="0"/>
          </a:p>
          <a:p>
            <a:pPr lvl="1"/>
            <a:r>
              <a:rPr lang="sv-SE" dirty="0"/>
              <a:t>Bind: binds a directory inside the container to a directory on the </a:t>
            </a:r>
            <a:r>
              <a:rPr lang="sv-SE" dirty="0" err="1"/>
              <a:t>host</a:t>
            </a:r>
            <a:r>
              <a:rPr lang="sv-SE" dirty="0"/>
              <a:t>, not </a:t>
            </a:r>
            <a:r>
              <a:rPr lang="sv-SE" dirty="0" err="1"/>
              <a:t>very</a:t>
            </a:r>
            <a:r>
              <a:rPr lang="sv-SE" dirty="0"/>
              <a:t> </a:t>
            </a:r>
            <a:r>
              <a:rPr lang="sv-SE" dirty="0" err="1"/>
              <a:t>scalable</a:t>
            </a:r>
            <a:r>
              <a:rPr lang="sv-SE" dirty="0"/>
              <a:t>…</a:t>
            </a:r>
            <a:r>
              <a:rPr lang="sv-SE" dirty="0" err="1"/>
              <a:t>also</a:t>
            </a:r>
            <a:r>
              <a:rPr lang="sv-SE" dirty="0"/>
              <a:t> </a:t>
            </a:r>
            <a:r>
              <a:rPr lang="sv-SE" dirty="0" err="1"/>
              <a:t>depends</a:t>
            </a:r>
            <a:r>
              <a:rPr lang="sv-SE" dirty="0"/>
              <a:t> on the </a:t>
            </a:r>
            <a:r>
              <a:rPr lang="sv-SE" dirty="0" err="1"/>
              <a:t>host</a:t>
            </a:r>
            <a:r>
              <a:rPr lang="sv-SE" dirty="0"/>
              <a:t> </a:t>
            </a:r>
            <a:r>
              <a:rPr lang="sv-SE" dirty="0" err="1"/>
              <a:t>machine</a:t>
            </a:r>
            <a:r>
              <a:rPr lang="sv-SE" dirty="0"/>
              <a:t>.</a:t>
            </a:r>
          </a:p>
          <a:p>
            <a:pPr lvl="1"/>
            <a:r>
              <a:rPr lang="sv-SE" dirty="0" err="1"/>
              <a:t>Volume</a:t>
            </a:r>
            <a:r>
              <a:rPr lang="sv-SE" dirty="0"/>
              <a:t>: </a:t>
            </a:r>
            <a:r>
              <a:rPr lang="sv-SE" dirty="0" err="1"/>
              <a:t>creates</a:t>
            </a:r>
            <a:r>
              <a:rPr lang="sv-SE" dirty="0"/>
              <a:t> a </a:t>
            </a:r>
            <a:r>
              <a:rPr lang="sv-SE" dirty="0" err="1"/>
              <a:t>volume</a:t>
            </a:r>
            <a:r>
              <a:rPr lang="sv-SE" dirty="0"/>
              <a:t> </a:t>
            </a:r>
            <a:r>
              <a:rPr lang="sv-SE" dirty="0" err="1"/>
              <a:t>managed</a:t>
            </a:r>
            <a:r>
              <a:rPr lang="sv-SE" dirty="0"/>
              <a:t> by </a:t>
            </a:r>
            <a:r>
              <a:rPr lang="sv-SE" dirty="0" err="1"/>
              <a:t>docker</a:t>
            </a:r>
            <a:r>
              <a:rPr lang="sv-SE" dirty="0"/>
              <a:t> (</a:t>
            </a:r>
            <a:r>
              <a:rPr lang="sv-SE" dirty="0" err="1"/>
              <a:t>often</a:t>
            </a:r>
            <a:r>
              <a:rPr lang="sv-SE" dirty="0"/>
              <a:t> </a:t>
            </a:r>
            <a:r>
              <a:rPr lang="sv-SE" dirty="0" err="1"/>
              <a:t>distributed</a:t>
            </a:r>
            <a:r>
              <a:rPr lang="sv-SE" dirty="0"/>
              <a:t> setup)</a:t>
            </a:r>
          </a:p>
          <a:p>
            <a:pPr lvl="2"/>
            <a:r>
              <a:rPr lang="sv-SE" dirty="0" err="1"/>
              <a:t>Mostly</a:t>
            </a:r>
            <a:r>
              <a:rPr lang="sv-SE" dirty="0"/>
              <a:t> </a:t>
            </a:r>
            <a:r>
              <a:rPr lang="sv-SE" dirty="0" err="1"/>
              <a:t>managed</a:t>
            </a:r>
            <a:r>
              <a:rPr lang="sv-SE" dirty="0"/>
              <a:t> by </a:t>
            </a:r>
            <a:r>
              <a:rPr lang="sv-SE" dirty="0" err="1"/>
              <a:t>your</a:t>
            </a:r>
            <a:r>
              <a:rPr lang="sv-SE" dirty="0"/>
              <a:t> </a:t>
            </a:r>
            <a:r>
              <a:rPr lang="sv-SE" dirty="0" err="1"/>
              <a:t>organization</a:t>
            </a:r>
            <a:r>
              <a:rPr lang="sv-S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263563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3F6DEAB1-6DA0-4730-5C0B-F0D06E0F1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v-SE" dirty="0"/>
              <a:t>Creating a </a:t>
            </a:r>
            <a:r>
              <a:rPr lang="sv-SE" dirty="0" err="1"/>
              <a:t>volume</a:t>
            </a:r>
            <a:r>
              <a:rPr lang="sv-SE" dirty="0"/>
              <a:t> in </a:t>
            </a:r>
            <a:r>
              <a:rPr lang="sv-SE" dirty="0" err="1"/>
              <a:t>docker</a:t>
            </a:r>
            <a:r>
              <a:rPr lang="sv-SE" dirty="0"/>
              <a:t> desktop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3319018C-F53B-B1F0-9EFF-30CBE79EF9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docker volume create </a:t>
            </a:r>
            <a:r>
              <a:rPr lang="en-US" dirty="0" err="1"/>
              <a:t>mysql_data</a:t>
            </a:r>
            <a:endParaRPr lang="en-US" dirty="0"/>
          </a:p>
          <a:p>
            <a:r>
              <a:rPr lang="sv-SE" dirty="0" err="1"/>
              <a:t>docker</a:t>
            </a:r>
            <a:r>
              <a:rPr lang="sv-SE" dirty="0"/>
              <a:t> </a:t>
            </a:r>
            <a:r>
              <a:rPr lang="sv-SE" dirty="0" err="1"/>
              <a:t>volume</a:t>
            </a:r>
            <a:r>
              <a:rPr lang="sv-SE" dirty="0"/>
              <a:t> </a:t>
            </a:r>
            <a:r>
              <a:rPr lang="sv-SE" dirty="0" err="1"/>
              <a:t>ls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4423221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924BFEB7-29BD-2CE3-4AFF-11043E19D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v-SE" dirty="0" err="1"/>
              <a:t>Using</a:t>
            </a:r>
            <a:r>
              <a:rPr lang="sv-SE" dirty="0"/>
              <a:t> the </a:t>
            </a:r>
            <a:r>
              <a:rPr lang="sv-SE" dirty="0" err="1"/>
              <a:t>volume</a:t>
            </a:r>
            <a:r>
              <a:rPr lang="sv-SE" dirty="0"/>
              <a:t>  inside the container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7BFEC23A-C162-3216-132D-70DABD1103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 err="1"/>
              <a:t>docker</a:t>
            </a:r>
            <a:r>
              <a:rPr lang="sv-SE" dirty="0"/>
              <a:t> </a:t>
            </a:r>
            <a:r>
              <a:rPr lang="sv-SE" dirty="0" err="1"/>
              <a:t>run</a:t>
            </a:r>
            <a:r>
              <a:rPr lang="sv-SE" dirty="0"/>
              <a:t> -d \</a:t>
            </a:r>
          </a:p>
          <a:p>
            <a:r>
              <a:rPr lang="sv-SE" dirty="0"/>
              <a:t>  --</a:t>
            </a:r>
            <a:r>
              <a:rPr lang="sv-SE" dirty="0" err="1"/>
              <a:t>name</a:t>
            </a:r>
            <a:r>
              <a:rPr lang="sv-SE" dirty="0"/>
              <a:t> </a:t>
            </a:r>
            <a:r>
              <a:rPr lang="sv-SE" dirty="0" err="1"/>
              <a:t>mydb</a:t>
            </a:r>
            <a:r>
              <a:rPr lang="sv-SE" dirty="0"/>
              <a:t> \</a:t>
            </a:r>
          </a:p>
          <a:p>
            <a:r>
              <a:rPr lang="sv-SE" dirty="0"/>
              <a:t> --</a:t>
            </a:r>
            <a:r>
              <a:rPr lang="sv-SE" dirty="0" err="1"/>
              <a:t>detach</a:t>
            </a:r>
            <a:endParaRPr lang="sv-SE" dirty="0"/>
          </a:p>
          <a:p>
            <a:r>
              <a:rPr lang="sv-SE" dirty="0"/>
              <a:t>  -e MYSQL_ROOT_PASSWORD=my-</a:t>
            </a:r>
            <a:r>
              <a:rPr lang="sv-SE" dirty="0" err="1"/>
              <a:t>secret</a:t>
            </a:r>
            <a:r>
              <a:rPr lang="sv-SE" dirty="0"/>
              <a:t>-</a:t>
            </a:r>
            <a:r>
              <a:rPr lang="sv-SE" dirty="0" err="1"/>
              <a:t>password</a:t>
            </a:r>
            <a:r>
              <a:rPr lang="sv-SE" dirty="0"/>
              <a:t> \</a:t>
            </a:r>
          </a:p>
          <a:p>
            <a:r>
              <a:rPr lang="sv-SE" dirty="0"/>
              <a:t>  -v </a:t>
            </a:r>
            <a:r>
              <a:rPr lang="sv-SE" dirty="0" err="1"/>
              <a:t>mysql_data</a:t>
            </a:r>
            <a:r>
              <a:rPr lang="sv-SE" dirty="0"/>
              <a:t>:/var/</a:t>
            </a:r>
            <a:r>
              <a:rPr lang="sv-SE" dirty="0" err="1"/>
              <a:t>lib</a:t>
            </a:r>
            <a:r>
              <a:rPr lang="sv-SE" dirty="0"/>
              <a:t>/</a:t>
            </a:r>
            <a:r>
              <a:rPr lang="sv-SE" dirty="0" err="1"/>
              <a:t>mysql</a:t>
            </a:r>
            <a:r>
              <a:rPr lang="sv-SE" dirty="0"/>
              <a:t> \</a:t>
            </a:r>
          </a:p>
          <a:p>
            <a:r>
              <a:rPr lang="sv-SE" dirty="0"/>
              <a:t>  -p 3306:3306 \</a:t>
            </a:r>
          </a:p>
          <a:p>
            <a:r>
              <a:rPr lang="sv-SE" dirty="0"/>
              <a:t>  </a:t>
            </a:r>
            <a:r>
              <a:rPr lang="sv-SE" dirty="0" err="1"/>
              <a:t>mysql:latest</a:t>
            </a:r>
            <a:endParaRPr lang="sv-SE" dirty="0"/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1608678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AC456C74-675E-FBE8-49EC-EC41B517B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v-SE" dirty="0" err="1"/>
              <a:t>Checking</a:t>
            </a:r>
            <a:r>
              <a:rPr lang="sv-SE" dirty="0"/>
              <a:t> logs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9399CBF7-FA79-094F-DD08-BCA8851BBE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 err="1"/>
              <a:t>docker</a:t>
            </a:r>
            <a:r>
              <a:rPr lang="sv-SE" dirty="0"/>
              <a:t> logs </a:t>
            </a:r>
            <a:r>
              <a:rPr lang="sv-SE" dirty="0" err="1"/>
              <a:t>mydb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1573621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6BFF71AD-7FB4-464B-6069-7D1C1D119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v-SE" dirty="0" err="1"/>
              <a:t>Security</a:t>
            </a:r>
            <a:r>
              <a:rPr lang="sv-SE" dirty="0"/>
              <a:t> in </a:t>
            </a:r>
            <a:r>
              <a:rPr lang="sv-SE" dirty="0" err="1"/>
              <a:t>docker</a:t>
            </a:r>
            <a:endParaRPr lang="sv-SE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AE97685E-2A53-837E-E615-8D394DA0A1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 err="1"/>
              <a:t>Docker</a:t>
            </a:r>
            <a:r>
              <a:rPr lang="sv-SE" dirty="0"/>
              <a:t> is </a:t>
            </a:r>
            <a:r>
              <a:rPr lang="sv-SE" dirty="0" err="1"/>
              <a:t>actually</a:t>
            </a:r>
            <a:r>
              <a:rPr lang="sv-SE" dirty="0"/>
              <a:t> </a:t>
            </a:r>
            <a:r>
              <a:rPr lang="sv-SE" dirty="0" err="1"/>
              <a:t>running</a:t>
            </a:r>
            <a:r>
              <a:rPr lang="sv-SE" dirty="0"/>
              <a:t> </a:t>
            </a:r>
            <a:r>
              <a:rPr lang="sv-SE" dirty="0" err="1"/>
              <a:t>with</a:t>
            </a:r>
            <a:r>
              <a:rPr lang="sv-SE" dirty="0"/>
              <a:t> </a:t>
            </a:r>
            <a:r>
              <a:rPr lang="sv-SE" dirty="0" err="1"/>
              <a:t>root</a:t>
            </a:r>
            <a:r>
              <a:rPr lang="sv-SE" dirty="0"/>
              <a:t> </a:t>
            </a:r>
            <a:r>
              <a:rPr lang="sv-SE" dirty="0" err="1"/>
              <a:t>priviligies</a:t>
            </a:r>
            <a:endParaRPr lang="sv-SE" dirty="0"/>
          </a:p>
          <a:p>
            <a:pPr lvl="1"/>
            <a:r>
              <a:rPr lang="sv-SE" dirty="0"/>
              <a:t>A </a:t>
            </a:r>
            <a:r>
              <a:rPr lang="sv-SE" dirty="0" err="1"/>
              <a:t>misconfigured</a:t>
            </a:r>
            <a:r>
              <a:rPr lang="sv-SE" dirty="0"/>
              <a:t> </a:t>
            </a:r>
            <a:r>
              <a:rPr lang="sv-SE" dirty="0" err="1"/>
              <a:t>volume</a:t>
            </a:r>
            <a:r>
              <a:rPr lang="sv-SE" dirty="0"/>
              <a:t> or </a:t>
            </a:r>
            <a:r>
              <a:rPr lang="sv-SE" dirty="0" err="1"/>
              <a:t>other</a:t>
            </a:r>
            <a:r>
              <a:rPr lang="sv-SE" dirty="0"/>
              <a:t> potential </a:t>
            </a:r>
            <a:r>
              <a:rPr lang="sv-SE" dirty="0" err="1"/>
              <a:t>errors</a:t>
            </a:r>
            <a:r>
              <a:rPr lang="sv-SE" dirty="0"/>
              <a:t> </a:t>
            </a:r>
            <a:r>
              <a:rPr lang="sv-SE" dirty="0" err="1"/>
              <a:t>can</a:t>
            </a:r>
            <a:r>
              <a:rPr lang="sv-SE" dirty="0"/>
              <a:t> cause potential </a:t>
            </a:r>
            <a:r>
              <a:rPr lang="sv-SE" dirty="0" err="1"/>
              <a:t>security</a:t>
            </a:r>
            <a:r>
              <a:rPr lang="sv-SE" dirty="0"/>
              <a:t> risks.</a:t>
            </a:r>
          </a:p>
          <a:p>
            <a:pPr lvl="1"/>
            <a:r>
              <a:rPr lang="sv-SE" dirty="0" err="1"/>
              <a:t>Finding</a:t>
            </a:r>
            <a:r>
              <a:rPr lang="sv-SE" dirty="0"/>
              <a:t> a </a:t>
            </a:r>
            <a:r>
              <a:rPr lang="sv-SE" dirty="0" err="1"/>
              <a:t>way</a:t>
            </a:r>
            <a:r>
              <a:rPr lang="sv-SE" dirty="0"/>
              <a:t> from the container to the </a:t>
            </a:r>
            <a:r>
              <a:rPr lang="sv-SE" dirty="0" err="1"/>
              <a:t>host</a:t>
            </a:r>
            <a:r>
              <a:rPr lang="sv-SE" dirty="0"/>
              <a:t> </a:t>
            </a:r>
            <a:r>
              <a:rPr lang="sv-SE" dirty="0" err="1"/>
              <a:t>can</a:t>
            </a:r>
            <a:r>
              <a:rPr lang="sv-SE" dirty="0"/>
              <a:t> be </a:t>
            </a:r>
            <a:r>
              <a:rPr lang="sv-SE" dirty="0" err="1"/>
              <a:t>dangerous</a:t>
            </a:r>
            <a:r>
              <a:rPr lang="sv-SE" dirty="0"/>
              <a:t>, the </a:t>
            </a:r>
            <a:r>
              <a:rPr lang="sv-SE" dirty="0" err="1"/>
              <a:t>user</a:t>
            </a:r>
            <a:r>
              <a:rPr lang="sv-SE" dirty="0"/>
              <a:t> </a:t>
            </a:r>
            <a:r>
              <a:rPr lang="sv-SE" dirty="0" err="1"/>
              <a:t>can</a:t>
            </a:r>
            <a:r>
              <a:rPr lang="sv-SE" dirty="0"/>
              <a:t> </a:t>
            </a:r>
            <a:r>
              <a:rPr lang="sv-SE" dirty="0" err="1"/>
              <a:t>now</a:t>
            </a:r>
            <a:r>
              <a:rPr lang="sv-SE" dirty="0"/>
              <a:t> </a:t>
            </a:r>
            <a:r>
              <a:rPr lang="sv-SE" dirty="0" err="1"/>
              <a:t>modify</a:t>
            </a:r>
            <a:r>
              <a:rPr lang="sv-SE" dirty="0"/>
              <a:t> the </a:t>
            </a:r>
            <a:r>
              <a:rPr lang="sv-SE" dirty="0" err="1"/>
              <a:t>hosts</a:t>
            </a:r>
            <a:r>
              <a:rPr lang="sv-SE" dirty="0"/>
              <a:t> system</a:t>
            </a:r>
          </a:p>
          <a:p>
            <a:r>
              <a:rPr lang="sv-SE" dirty="0" err="1"/>
              <a:t>Avoid</a:t>
            </a:r>
            <a:r>
              <a:rPr lang="sv-SE" dirty="0"/>
              <a:t> </a:t>
            </a:r>
            <a:r>
              <a:rPr lang="sv-SE" dirty="0" err="1"/>
              <a:t>running</a:t>
            </a:r>
            <a:r>
              <a:rPr lang="sv-SE" dirty="0"/>
              <a:t> as </a:t>
            </a:r>
            <a:r>
              <a:rPr lang="sv-SE" dirty="0" err="1"/>
              <a:t>root</a:t>
            </a:r>
            <a:r>
              <a:rPr lang="sv-SE" dirty="0"/>
              <a:t> </a:t>
            </a:r>
            <a:r>
              <a:rPr lang="sv-SE" dirty="0" err="1"/>
              <a:t>forever</a:t>
            </a:r>
            <a:r>
              <a:rPr lang="sv-SE" dirty="0"/>
              <a:t>….</a:t>
            </a:r>
          </a:p>
          <a:p>
            <a:pPr lvl="1"/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can</a:t>
            </a:r>
            <a:r>
              <a:rPr lang="sv-SE" dirty="0"/>
              <a:t> </a:t>
            </a:r>
            <a:r>
              <a:rPr lang="sv-SE" dirty="0" err="1"/>
              <a:t>first</a:t>
            </a:r>
            <a:r>
              <a:rPr lang="sv-SE" dirty="0"/>
              <a:t> do </a:t>
            </a:r>
            <a:r>
              <a:rPr lang="sv-SE" dirty="0" err="1"/>
              <a:t>our</a:t>
            </a:r>
            <a:r>
              <a:rPr lang="sv-SE" dirty="0"/>
              <a:t> </a:t>
            </a:r>
            <a:r>
              <a:rPr lang="sv-SE" dirty="0" err="1"/>
              <a:t>root</a:t>
            </a:r>
            <a:r>
              <a:rPr lang="sv-SE" dirty="0"/>
              <a:t> stuff and </a:t>
            </a:r>
            <a:r>
              <a:rPr lang="sv-SE" dirty="0" err="1"/>
              <a:t>then</a:t>
            </a:r>
            <a:r>
              <a:rPr lang="sv-SE" dirty="0"/>
              <a:t> </a:t>
            </a:r>
            <a:r>
              <a:rPr lang="sv-SE" dirty="0" err="1"/>
              <a:t>change</a:t>
            </a:r>
            <a:r>
              <a:rPr lang="sv-SE" dirty="0"/>
              <a:t> </a:t>
            </a:r>
            <a:r>
              <a:rPr lang="sv-SE" dirty="0" err="1"/>
              <a:t>owner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all </a:t>
            </a:r>
            <a:r>
              <a:rPr lang="sv-SE" dirty="0" err="1"/>
              <a:t>our</a:t>
            </a:r>
            <a:r>
              <a:rPr lang="sv-SE" dirty="0"/>
              <a:t> </a:t>
            </a:r>
            <a:r>
              <a:rPr lang="sv-SE" dirty="0" err="1"/>
              <a:t>dirs</a:t>
            </a:r>
            <a:r>
              <a:rPr lang="sv-SE" dirty="0"/>
              <a:t>/</a:t>
            </a:r>
            <a:r>
              <a:rPr lang="sv-SE" dirty="0" err="1"/>
              <a:t>files</a:t>
            </a:r>
            <a:r>
              <a:rPr lang="sv-SE" dirty="0"/>
              <a:t> to a given </a:t>
            </a:r>
            <a:r>
              <a:rPr lang="sv-SE" dirty="0" err="1"/>
              <a:t>user</a:t>
            </a:r>
            <a:r>
              <a:rPr lang="sv-SE" dirty="0"/>
              <a:t>. </a:t>
            </a:r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can</a:t>
            </a:r>
            <a:r>
              <a:rPr lang="sv-SE" dirty="0"/>
              <a:t> </a:t>
            </a:r>
            <a:r>
              <a:rPr lang="sv-SE" dirty="0" err="1"/>
              <a:t>then</a:t>
            </a:r>
            <a:r>
              <a:rPr lang="sv-SE" dirty="0"/>
              <a:t> </a:t>
            </a:r>
            <a:r>
              <a:rPr lang="sv-SE" dirty="0" err="1"/>
              <a:t>hardcode</a:t>
            </a:r>
            <a:r>
              <a:rPr lang="sv-SE" dirty="0"/>
              <a:t> </a:t>
            </a:r>
            <a:r>
              <a:rPr lang="sv-SE" dirty="0" err="1"/>
              <a:t>that</a:t>
            </a:r>
            <a:r>
              <a:rPr lang="sv-SE" dirty="0"/>
              <a:t> </a:t>
            </a:r>
            <a:r>
              <a:rPr lang="sv-SE" dirty="0" err="1"/>
              <a:t>user</a:t>
            </a:r>
            <a:r>
              <a:rPr lang="sv-SE" dirty="0"/>
              <a:t> </a:t>
            </a:r>
            <a:r>
              <a:rPr lang="sv-SE" dirty="0" err="1"/>
              <a:t>into</a:t>
            </a:r>
            <a:r>
              <a:rPr lang="sv-SE" dirty="0"/>
              <a:t> </a:t>
            </a:r>
            <a:r>
              <a:rPr lang="sv-SE" dirty="0" err="1"/>
              <a:t>our</a:t>
            </a:r>
            <a:r>
              <a:rPr lang="sv-SE" dirty="0"/>
              <a:t> </a:t>
            </a:r>
            <a:r>
              <a:rPr lang="sv-SE" dirty="0" err="1"/>
              <a:t>dockerfile</a:t>
            </a:r>
            <a:r>
              <a:rPr lang="sv-SE" dirty="0"/>
              <a:t>.</a:t>
            </a:r>
          </a:p>
          <a:p>
            <a:pPr lvl="1"/>
            <a:r>
              <a:rPr lang="sv-SE" dirty="0" err="1"/>
              <a:t>More</a:t>
            </a:r>
            <a:r>
              <a:rPr lang="sv-SE" dirty="0"/>
              <a:t> on </a:t>
            </a:r>
            <a:r>
              <a:rPr lang="sv-SE" dirty="0" err="1"/>
              <a:t>this</a:t>
            </a:r>
            <a:r>
              <a:rPr lang="sv-SE" dirty="0"/>
              <a:t> later!</a:t>
            </a:r>
          </a:p>
        </p:txBody>
      </p:sp>
    </p:spTree>
    <p:extLst>
      <p:ext uri="{BB962C8B-B14F-4D97-AF65-F5344CB8AC3E}">
        <p14:creationId xmlns:p14="http://schemas.microsoft.com/office/powerpoint/2010/main" val="28295215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C400BF79-4901-B670-EE5A-67147397E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v-SE" dirty="0" err="1"/>
              <a:t>add</a:t>
            </a:r>
            <a:r>
              <a:rPr lang="sv-SE" dirty="0"/>
              <a:t> </a:t>
            </a:r>
            <a:r>
              <a:rPr lang="sv-SE" dirty="0" err="1"/>
              <a:t>user</a:t>
            </a:r>
            <a:r>
              <a:rPr lang="sv-SE" dirty="0"/>
              <a:t>/</a:t>
            </a:r>
            <a:r>
              <a:rPr lang="sv-SE" dirty="0" err="1"/>
              <a:t>group</a:t>
            </a:r>
            <a:r>
              <a:rPr lang="sv-SE" dirty="0"/>
              <a:t>/permission </a:t>
            </a:r>
            <a:r>
              <a:rPr lang="sv-SE" dirty="0" err="1"/>
              <a:t>then</a:t>
            </a:r>
            <a:r>
              <a:rPr lang="sv-SE" dirty="0"/>
              <a:t> </a:t>
            </a:r>
            <a:r>
              <a:rPr lang="sv-SE" dirty="0" err="1"/>
              <a:t>run</a:t>
            </a:r>
            <a:r>
              <a:rPr lang="sv-SE" dirty="0"/>
              <a:t> as </a:t>
            </a:r>
            <a:r>
              <a:rPr lang="sv-SE" dirty="0" err="1"/>
              <a:t>that</a:t>
            </a:r>
            <a:r>
              <a:rPr lang="sv-SE" dirty="0"/>
              <a:t> </a:t>
            </a:r>
            <a:r>
              <a:rPr lang="sv-SE" dirty="0" err="1"/>
              <a:t>user</a:t>
            </a:r>
            <a:r>
              <a:rPr lang="sv-SE" dirty="0"/>
              <a:t>. </a:t>
            </a:r>
          </a:p>
        </p:txBody>
      </p:sp>
      <p:pic>
        <p:nvPicPr>
          <p:cNvPr id="5" name="Platshållare för innehåll 4">
            <a:extLst>
              <a:ext uri="{FF2B5EF4-FFF2-40B4-BE49-F238E27FC236}">
                <a16:creationId xmlns:a16="http://schemas.microsoft.com/office/drawing/2014/main" id="{929EEA16-DF23-8E4B-9BB1-808232BB52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4421" y="1825625"/>
            <a:ext cx="792315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9851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67281B99-C711-859B-ACB2-815C4DC6A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v-SE" dirty="0"/>
              <a:t>Problems </a:t>
            </a:r>
            <a:r>
              <a:rPr lang="sv-SE" dirty="0" err="1"/>
              <a:t>with</a:t>
            </a:r>
            <a:r>
              <a:rPr lang="sv-SE" dirty="0"/>
              <a:t> </a:t>
            </a:r>
            <a:r>
              <a:rPr lang="sv-SE" dirty="0" err="1"/>
              <a:t>docker</a:t>
            </a:r>
            <a:endParaRPr lang="sv-SE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98D0261B-2331-DA75-41E6-2AD2F70C89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sv-SE" dirty="0"/>
              <a:t>If a </a:t>
            </a:r>
            <a:r>
              <a:rPr lang="sv-SE" dirty="0" err="1"/>
              <a:t>machine</a:t>
            </a:r>
            <a:r>
              <a:rPr lang="sv-SE" dirty="0"/>
              <a:t> </a:t>
            </a:r>
            <a:r>
              <a:rPr lang="sv-SE" dirty="0" err="1"/>
              <a:t>hosting</a:t>
            </a:r>
            <a:r>
              <a:rPr lang="sv-SE" dirty="0"/>
              <a:t> </a:t>
            </a:r>
            <a:r>
              <a:rPr lang="sv-SE" dirty="0" err="1"/>
              <a:t>docker</a:t>
            </a:r>
            <a:r>
              <a:rPr lang="sv-SE" dirty="0"/>
              <a:t> </a:t>
            </a:r>
            <a:r>
              <a:rPr lang="sv-SE" dirty="0" err="1"/>
              <a:t>crashes</a:t>
            </a:r>
            <a:r>
              <a:rPr lang="sv-SE" dirty="0"/>
              <a:t> </a:t>
            </a:r>
            <a:r>
              <a:rPr lang="sv-SE" dirty="0" err="1"/>
              <a:t>app</a:t>
            </a:r>
            <a:r>
              <a:rPr lang="sv-SE" dirty="0"/>
              <a:t> </a:t>
            </a:r>
            <a:r>
              <a:rPr lang="sv-SE" dirty="0" err="1"/>
              <a:t>will</a:t>
            </a:r>
            <a:r>
              <a:rPr lang="sv-SE" dirty="0"/>
              <a:t> not be </a:t>
            </a:r>
            <a:r>
              <a:rPr lang="sv-SE" dirty="0" err="1"/>
              <a:t>available</a:t>
            </a:r>
            <a:endParaRPr lang="sv-SE" dirty="0"/>
          </a:p>
          <a:p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need</a:t>
            </a:r>
            <a:r>
              <a:rPr lang="sv-SE" dirty="0"/>
              <a:t> setup a image </a:t>
            </a:r>
            <a:r>
              <a:rPr lang="sv-SE" dirty="0" err="1"/>
              <a:t>repository</a:t>
            </a:r>
            <a:r>
              <a:rPr lang="sv-SE" dirty="0"/>
              <a:t> </a:t>
            </a:r>
            <a:r>
              <a:rPr lang="sv-SE" dirty="0" err="1"/>
              <a:t>thas</a:t>
            </a:r>
            <a:r>
              <a:rPr lang="sv-SE" dirty="0"/>
              <a:t> is </a:t>
            </a:r>
            <a:r>
              <a:rPr lang="sv-SE" dirty="0" err="1"/>
              <a:t>reachable</a:t>
            </a:r>
            <a:r>
              <a:rPr lang="sv-SE" dirty="0"/>
              <a:t> from all </a:t>
            </a:r>
            <a:r>
              <a:rPr lang="sv-SE" dirty="0" err="1"/>
              <a:t>machines</a:t>
            </a:r>
            <a:endParaRPr lang="sv-SE" dirty="0"/>
          </a:p>
          <a:p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need</a:t>
            </a:r>
            <a:r>
              <a:rPr lang="sv-SE" dirty="0"/>
              <a:t> to </a:t>
            </a:r>
            <a:r>
              <a:rPr lang="sv-SE" dirty="0" err="1"/>
              <a:t>expose</a:t>
            </a:r>
            <a:r>
              <a:rPr lang="sv-SE" dirty="0"/>
              <a:t> </a:t>
            </a:r>
            <a:r>
              <a:rPr lang="sv-SE" dirty="0" err="1"/>
              <a:t>our</a:t>
            </a:r>
            <a:r>
              <a:rPr lang="sv-SE" dirty="0"/>
              <a:t> </a:t>
            </a:r>
            <a:r>
              <a:rPr lang="sv-SE" dirty="0" err="1"/>
              <a:t>machines</a:t>
            </a:r>
            <a:r>
              <a:rPr lang="sv-SE" dirty="0"/>
              <a:t> to the internet</a:t>
            </a:r>
          </a:p>
          <a:p>
            <a:r>
              <a:rPr lang="sv-SE" dirty="0" err="1"/>
              <a:t>Docker</a:t>
            </a:r>
            <a:r>
              <a:rPr lang="sv-SE" dirty="0"/>
              <a:t> </a:t>
            </a:r>
            <a:r>
              <a:rPr lang="sv-SE" dirty="0" err="1"/>
              <a:t>needs</a:t>
            </a:r>
            <a:r>
              <a:rPr lang="sv-SE" dirty="0"/>
              <a:t> to be </a:t>
            </a:r>
            <a:r>
              <a:rPr lang="sv-SE" dirty="0" err="1"/>
              <a:t>installed</a:t>
            </a:r>
            <a:r>
              <a:rPr lang="sv-SE" dirty="0"/>
              <a:t> on </a:t>
            </a:r>
            <a:r>
              <a:rPr lang="sv-SE" dirty="0" err="1"/>
              <a:t>multiple</a:t>
            </a:r>
            <a:r>
              <a:rPr lang="sv-SE" dirty="0"/>
              <a:t> </a:t>
            </a:r>
            <a:r>
              <a:rPr lang="sv-SE" dirty="0" err="1"/>
              <a:t>machines</a:t>
            </a:r>
            <a:endParaRPr lang="sv-SE" dirty="0"/>
          </a:p>
          <a:p>
            <a:r>
              <a:rPr lang="sv-SE" dirty="0" err="1"/>
              <a:t>Storage</a:t>
            </a:r>
            <a:r>
              <a:rPr lang="sv-SE" dirty="0"/>
              <a:t> </a:t>
            </a:r>
            <a:r>
              <a:rPr lang="sv-SE" dirty="0" err="1"/>
              <a:t>needs</a:t>
            </a:r>
            <a:r>
              <a:rPr lang="sv-SE" dirty="0"/>
              <a:t> to be </a:t>
            </a:r>
            <a:r>
              <a:rPr lang="sv-SE" dirty="0" err="1"/>
              <a:t>distributed</a:t>
            </a:r>
            <a:r>
              <a:rPr lang="sv-SE" dirty="0"/>
              <a:t>.</a:t>
            </a:r>
          </a:p>
          <a:p>
            <a:r>
              <a:rPr lang="sv-SE" dirty="0" err="1"/>
              <a:t>Security</a:t>
            </a:r>
            <a:r>
              <a:rPr lang="sv-SE" dirty="0"/>
              <a:t> </a:t>
            </a:r>
            <a:r>
              <a:rPr lang="sv-SE" dirty="0" err="1"/>
              <a:t>needs</a:t>
            </a:r>
            <a:r>
              <a:rPr lang="sv-SE" dirty="0"/>
              <a:t> to be handled </a:t>
            </a:r>
            <a:r>
              <a:rPr lang="sv-SE" dirty="0" err="1"/>
              <a:t>manually</a:t>
            </a:r>
            <a:endParaRPr lang="sv-SE" dirty="0"/>
          </a:p>
          <a:p>
            <a:r>
              <a:rPr lang="sv-SE" dirty="0" err="1"/>
              <a:t>App</a:t>
            </a:r>
            <a:r>
              <a:rPr lang="sv-SE" dirty="0"/>
              <a:t> </a:t>
            </a:r>
            <a:r>
              <a:rPr lang="sv-SE" dirty="0" err="1"/>
              <a:t>health</a:t>
            </a:r>
            <a:r>
              <a:rPr lang="sv-SE" dirty="0"/>
              <a:t> is not handled </a:t>
            </a:r>
            <a:r>
              <a:rPr lang="sv-SE" dirty="0" err="1"/>
              <a:t>automatically</a:t>
            </a:r>
            <a:r>
              <a:rPr lang="sv-SE" dirty="0"/>
              <a:t>, </a:t>
            </a:r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need</a:t>
            </a:r>
            <a:r>
              <a:rPr lang="sv-SE" dirty="0"/>
              <a:t> to </a:t>
            </a:r>
            <a:r>
              <a:rPr lang="sv-SE" dirty="0" err="1"/>
              <a:t>restart</a:t>
            </a:r>
            <a:r>
              <a:rPr lang="sv-SE" dirty="0"/>
              <a:t> </a:t>
            </a:r>
            <a:r>
              <a:rPr lang="sv-SE" dirty="0" err="1"/>
              <a:t>app</a:t>
            </a:r>
            <a:r>
              <a:rPr lang="sv-SE" dirty="0"/>
              <a:t> </a:t>
            </a:r>
            <a:r>
              <a:rPr lang="sv-SE" dirty="0" err="1"/>
              <a:t>if</a:t>
            </a:r>
            <a:r>
              <a:rPr lang="sv-SE" dirty="0"/>
              <a:t> it goes down.</a:t>
            </a:r>
          </a:p>
          <a:p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need</a:t>
            </a:r>
            <a:r>
              <a:rPr lang="sv-SE" dirty="0"/>
              <a:t> store </a:t>
            </a:r>
            <a:r>
              <a:rPr lang="sv-SE" dirty="0" err="1"/>
              <a:t>configs</a:t>
            </a:r>
            <a:r>
              <a:rPr lang="sv-SE" dirty="0"/>
              <a:t> for </a:t>
            </a:r>
            <a:r>
              <a:rPr lang="sv-SE" dirty="0" err="1"/>
              <a:t>each</a:t>
            </a:r>
            <a:r>
              <a:rPr lang="sv-SE" dirty="0"/>
              <a:t> </a:t>
            </a:r>
            <a:r>
              <a:rPr lang="sv-SE" dirty="0" err="1"/>
              <a:t>enviroment</a:t>
            </a:r>
            <a:endParaRPr lang="sv-SE" dirty="0"/>
          </a:p>
          <a:p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need</a:t>
            </a:r>
            <a:r>
              <a:rPr lang="sv-SE" dirty="0"/>
              <a:t> to </a:t>
            </a:r>
            <a:r>
              <a:rPr lang="sv-SE" dirty="0" err="1"/>
              <a:t>seperate</a:t>
            </a:r>
            <a:r>
              <a:rPr lang="sv-SE" dirty="0"/>
              <a:t> different test and </a:t>
            </a:r>
            <a:r>
              <a:rPr lang="sv-SE" dirty="0" err="1"/>
              <a:t>prod</a:t>
            </a:r>
            <a:r>
              <a:rPr lang="sv-SE" dirty="0"/>
              <a:t> </a:t>
            </a:r>
            <a:r>
              <a:rPr lang="sv-SE" dirty="0" err="1"/>
              <a:t>environments</a:t>
            </a:r>
            <a:endParaRPr lang="sv-SE" dirty="0"/>
          </a:p>
          <a:p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need</a:t>
            </a:r>
            <a:r>
              <a:rPr lang="sv-SE" dirty="0"/>
              <a:t> </a:t>
            </a:r>
            <a:r>
              <a:rPr lang="sv-SE" dirty="0" err="1"/>
              <a:t>some</a:t>
            </a:r>
            <a:r>
              <a:rPr lang="sv-SE" dirty="0"/>
              <a:t> kind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overview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all </a:t>
            </a:r>
            <a:r>
              <a:rPr lang="sv-SE" dirty="0" err="1"/>
              <a:t>our</a:t>
            </a:r>
            <a:r>
              <a:rPr lang="sv-SE" dirty="0"/>
              <a:t> </a:t>
            </a:r>
            <a:r>
              <a:rPr lang="sv-SE" dirty="0" err="1"/>
              <a:t>apps</a:t>
            </a:r>
            <a:endParaRPr lang="sv-SE" dirty="0"/>
          </a:p>
          <a:p>
            <a:pPr lvl="1"/>
            <a:r>
              <a:rPr lang="sv-SE" dirty="0" err="1"/>
              <a:t>Welcome</a:t>
            </a:r>
            <a:r>
              <a:rPr lang="sv-SE" dirty="0"/>
              <a:t> to </a:t>
            </a:r>
            <a:r>
              <a:rPr lang="sv-SE" dirty="0" err="1"/>
              <a:t>Kubernetes</a:t>
            </a:r>
            <a:r>
              <a:rPr lang="sv-SE" dirty="0"/>
              <a:t>!</a:t>
            </a:r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1486890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ECE78-B2FB-F447-B02C-32B2EAB03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7097" y="1428750"/>
            <a:ext cx="9117807" cy="210502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Openshift</a:t>
            </a:r>
            <a:r>
              <a:rPr lang="en-US" sz="6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(Kubernetes) development</a:t>
            </a:r>
          </a:p>
        </p:txBody>
      </p:sp>
    </p:spTree>
    <p:extLst>
      <p:ext uri="{BB962C8B-B14F-4D97-AF65-F5344CB8AC3E}">
        <p14:creationId xmlns:p14="http://schemas.microsoft.com/office/powerpoint/2010/main" val="14619700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3A676289-94EF-4FE7-910F-0375E7930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Pods Run on Nodes</a:t>
            </a:r>
            <a:endParaRPr lang="en-SE" dirty="0"/>
          </a:p>
        </p:txBody>
      </p:sp>
      <p:pic>
        <p:nvPicPr>
          <p:cNvPr id="5" name="Platshållare för innehåll 4" descr="En bild som visar text, parkering, utomhus, skärmbild&#10;&#10;Automatiskt genererad beskrivning">
            <a:extLst>
              <a:ext uri="{FF2B5EF4-FFF2-40B4-BE49-F238E27FC236}">
                <a16:creationId xmlns:a16="http://schemas.microsoft.com/office/drawing/2014/main" id="{9A03B210-0135-49B6-9650-881E2ED360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1881981"/>
            <a:ext cx="7620000" cy="4238625"/>
          </a:xfrm>
        </p:spPr>
      </p:pic>
    </p:spTree>
    <p:extLst>
      <p:ext uri="{BB962C8B-B14F-4D97-AF65-F5344CB8AC3E}">
        <p14:creationId xmlns:p14="http://schemas.microsoft.com/office/powerpoint/2010/main" val="28412558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6FB281FF-C1A8-48A9-ABD0-FFEF71661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v-SE" dirty="0" err="1"/>
              <a:t>Pods</a:t>
            </a:r>
            <a:r>
              <a:rPr lang="sv-SE" dirty="0"/>
              <a:t> </a:t>
            </a:r>
            <a:r>
              <a:rPr lang="sv-SE" dirty="0" err="1"/>
              <a:t>Architecture</a:t>
            </a:r>
            <a:endParaRPr lang="en-SE" dirty="0"/>
          </a:p>
        </p:txBody>
      </p:sp>
      <p:pic>
        <p:nvPicPr>
          <p:cNvPr id="5" name="Platshållare för innehåll 4">
            <a:extLst>
              <a:ext uri="{FF2B5EF4-FFF2-40B4-BE49-F238E27FC236}">
                <a16:creationId xmlns:a16="http://schemas.microsoft.com/office/drawing/2014/main" id="{E93B1EFC-92F3-4B4A-9AD5-B7D8E73BF2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0773" y="1690688"/>
            <a:ext cx="7030453" cy="4654420"/>
          </a:xfrm>
        </p:spPr>
      </p:pic>
    </p:spTree>
    <p:extLst>
      <p:ext uri="{BB962C8B-B14F-4D97-AF65-F5344CB8AC3E}">
        <p14:creationId xmlns:p14="http://schemas.microsoft.com/office/powerpoint/2010/main" val="29921959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8AF56-CFC1-29AA-4048-73EA32950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Openshift</a:t>
            </a:r>
            <a:r>
              <a:rPr lang="en-US" dirty="0"/>
              <a:t> vs Kubernetes CLI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F56705-6332-7023-5477-48AE6886C8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Most commands in the </a:t>
            </a:r>
            <a:r>
              <a:rPr lang="en-US" dirty="0" err="1"/>
              <a:t>openshift</a:t>
            </a:r>
            <a:r>
              <a:rPr lang="en-US" dirty="0"/>
              <a:t> CLI is identical with the Kubernetes CLI</a:t>
            </a:r>
          </a:p>
          <a:p>
            <a:pPr lvl="1"/>
            <a:r>
              <a:rPr lang="en-US" dirty="0"/>
              <a:t>Kubernetes uses </a:t>
            </a:r>
            <a:r>
              <a:rPr lang="en-US" dirty="0" err="1"/>
              <a:t>kubectl</a:t>
            </a:r>
            <a:r>
              <a:rPr lang="en-US" dirty="0"/>
              <a:t> commands</a:t>
            </a:r>
          </a:p>
          <a:p>
            <a:pPr lvl="1"/>
            <a:r>
              <a:rPr lang="en-US" dirty="0" err="1"/>
              <a:t>Openshift</a:t>
            </a:r>
            <a:r>
              <a:rPr lang="en-US" dirty="0"/>
              <a:t> uses </a:t>
            </a:r>
            <a:r>
              <a:rPr lang="en-US" dirty="0" err="1"/>
              <a:t>oc</a:t>
            </a:r>
            <a:r>
              <a:rPr lang="en-US" dirty="0"/>
              <a:t> commands</a:t>
            </a:r>
          </a:p>
          <a:p>
            <a:pPr lvl="1"/>
            <a:r>
              <a:rPr lang="en-US" dirty="0" err="1"/>
              <a:t>Openshift</a:t>
            </a:r>
            <a:r>
              <a:rPr lang="en-US" dirty="0"/>
              <a:t> is fully compliant with Kubernetes, and therefore you can run </a:t>
            </a:r>
            <a:r>
              <a:rPr lang="en-US" dirty="0" err="1"/>
              <a:t>kubectl</a:t>
            </a:r>
            <a:r>
              <a:rPr lang="en-US" dirty="0"/>
              <a:t> commands in </a:t>
            </a:r>
            <a:r>
              <a:rPr lang="en-US" dirty="0" err="1"/>
              <a:t>openshift</a:t>
            </a:r>
            <a:endParaRPr lang="en-US" dirty="0"/>
          </a:p>
          <a:p>
            <a:pPr lvl="1"/>
            <a:r>
              <a:rPr lang="en-US" dirty="0" err="1"/>
              <a:t>oc</a:t>
            </a:r>
            <a:r>
              <a:rPr lang="en-US" dirty="0"/>
              <a:t> contains all commands in </a:t>
            </a:r>
            <a:r>
              <a:rPr lang="en-US" dirty="0" err="1"/>
              <a:t>kubectl</a:t>
            </a:r>
            <a:r>
              <a:rPr lang="en-US" dirty="0"/>
              <a:t> + a lot more </a:t>
            </a:r>
            <a:r>
              <a:rPr lang="en-US" dirty="0" err="1"/>
              <a:t>openshift</a:t>
            </a:r>
            <a:r>
              <a:rPr lang="en-US" dirty="0"/>
              <a:t> specific commands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46334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C680B0C9-48FC-4AD5-9E4A-A4F32A24E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v-SE" dirty="0"/>
              <a:t>CLI </a:t>
            </a:r>
            <a:r>
              <a:rPr lang="sv-SE" dirty="0" err="1"/>
              <a:t>documentation</a:t>
            </a:r>
            <a:endParaRPr lang="en-SE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26B0E431-7425-4A0A-A716-722D51B590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>
                <a:hlinkClick r:id="rId2"/>
              </a:rPr>
              <a:t>https://kubernetes.io/docs/reference/generated/kubectl/kubectl-commands</a:t>
            </a:r>
            <a:endParaRPr lang="sv-SE" dirty="0"/>
          </a:p>
          <a:p>
            <a:r>
              <a:rPr lang="sv-SE" dirty="0">
                <a:hlinkClick r:id="rId3"/>
              </a:rPr>
              <a:t>https://www.mankier.com/1/oc-run</a:t>
            </a:r>
            <a:endParaRPr lang="sv-SE" dirty="0"/>
          </a:p>
          <a:p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25552810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FE84F-AB03-CB74-182B-01F8DB573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643467"/>
            <a:ext cx="3888526" cy="1800526"/>
          </a:xfrm>
        </p:spPr>
        <p:txBody>
          <a:bodyPr>
            <a:normAutofit/>
          </a:bodyPr>
          <a:lstStyle/>
          <a:p>
            <a:r>
              <a:rPr lang="en-US" dirty="0"/>
              <a:t>Project structure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12BE57C-02A4-A0E1-C716-68A2B698F6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623381"/>
            <a:ext cx="3888528" cy="3553581"/>
          </a:xfrm>
        </p:spPr>
        <p:txBody>
          <a:bodyPr>
            <a:normAutofit/>
          </a:bodyPr>
          <a:lstStyle/>
          <a:p>
            <a:r>
              <a:rPr lang="en-US" sz="2000" dirty="0"/>
              <a:t>Each applications should have its own project/namespace.</a:t>
            </a:r>
          </a:p>
          <a:p>
            <a:r>
              <a:rPr lang="en-US" sz="2000" dirty="0"/>
              <a:t>Each application can have multiple pods.</a:t>
            </a:r>
          </a:p>
          <a:p>
            <a:r>
              <a:rPr lang="en-US" sz="2000" dirty="0"/>
              <a:t>Each pod can also have multiple containers</a:t>
            </a:r>
          </a:p>
        </p:txBody>
      </p:sp>
      <p:pic>
        <p:nvPicPr>
          <p:cNvPr id="5" name="Content Placeholder 4" descr="Diagram, chat or text message&#10;&#10;Description automatically generated">
            <a:extLst>
              <a:ext uri="{FF2B5EF4-FFF2-40B4-BE49-F238E27FC236}">
                <a16:creationId xmlns:a16="http://schemas.microsoft.com/office/drawing/2014/main" id="{FB4A84A5-56D4-969F-EEA9-35021D8883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8484" y="643234"/>
            <a:ext cx="4312550" cy="5599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2641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2663D2C8-D1B5-4111-AD94-7E05D81D8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v-SE" dirty="0" err="1"/>
              <a:t>Openshift</a:t>
            </a:r>
            <a:r>
              <a:rPr lang="sv-SE" dirty="0"/>
              <a:t>/</a:t>
            </a:r>
            <a:r>
              <a:rPr lang="sv-SE" dirty="0" err="1"/>
              <a:t>Kubernetes</a:t>
            </a:r>
            <a:r>
              <a:rPr lang="sv-SE" dirty="0"/>
              <a:t> </a:t>
            </a:r>
            <a:r>
              <a:rPr lang="sv-SE" dirty="0" err="1"/>
              <a:t>objects</a:t>
            </a:r>
            <a:endParaRPr lang="en-SE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6A3F3218-08EE-4331-8519-729E081D82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/>
              <a:t>All </a:t>
            </a:r>
            <a:r>
              <a:rPr lang="sv-SE" dirty="0" err="1"/>
              <a:t>objects</a:t>
            </a:r>
            <a:r>
              <a:rPr lang="sv-SE" dirty="0"/>
              <a:t> in </a:t>
            </a:r>
            <a:r>
              <a:rPr lang="sv-SE" dirty="0" err="1"/>
              <a:t>openshift</a:t>
            </a:r>
            <a:r>
              <a:rPr lang="sv-SE" dirty="0"/>
              <a:t> </a:t>
            </a:r>
            <a:r>
              <a:rPr lang="sv-SE" dirty="0" err="1"/>
              <a:t>are</a:t>
            </a:r>
            <a:r>
              <a:rPr lang="sv-SE" dirty="0"/>
              <a:t> </a:t>
            </a:r>
            <a:r>
              <a:rPr lang="sv-SE" dirty="0" err="1"/>
              <a:t>describe</a:t>
            </a:r>
            <a:r>
              <a:rPr lang="sv-SE" dirty="0"/>
              <a:t> </a:t>
            </a:r>
            <a:r>
              <a:rPr lang="sv-SE" dirty="0" err="1"/>
              <a:t>using</a:t>
            </a:r>
            <a:r>
              <a:rPr lang="sv-SE" dirty="0"/>
              <a:t> </a:t>
            </a:r>
            <a:r>
              <a:rPr lang="sv-SE" dirty="0" err="1"/>
              <a:t>yaml</a:t>
            </a:r>
            <a:r>
              <a:rPr lang="sv-SE" dirty="0"/>
              <a:t> or </a:t>
            </a:r>
            <a:r>
              <a:rPr lang="sv-SE" dirty="0" err="1"/>
              <a:t>json</a:t>
            </a:r>
            <a:endParaRPr lang="sv-SE" dirty="0"/>
          </a:p>
          <a:p>
            <a:r>
              <a:rPr lang="sv-SE" dirty="0" err="1"/>
              <a:t>Yaml</a:t>
            </a:r>
            <a:r>
              <a:rPr lang="sv-SE" dirty="0"/>
              <a:t> </a:t>
            </a:r>
            <a:r>
              <a:rPr lang="sv-SE" dirty="0" err="1"/>
              <a:t>files</a:t>
            </a:r>
            <a:r>
              <a:rPr lang="sv-SE" dirty="0"/>
              <a:t> </a:t>
            </a:r>
            <a:r>
              <a:rPr lang="sv-SE" dirty="0" err="1"/>
              <a:t>describes</a:t>
            </a:r>
            <a:r>
              <a:rPr lang="sv-SE" dirty="0"/>
              <a:t> the </a:t>
            </a:r>
            <a:r>
              <a:rPr lang="sv-SE" dirty="0" err="1"/>
              <a:t>state</a:t>
            </a:r>
            <a:r>
              <a:rPr lang="sv-SE" dirty="0"/>
              <a:t>/and </a:t>
            </a:r>
            <a:r>
              <a:rPr lang="sv-SE" dirty="0" err="1"/>
              <a:t>configuration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our</a:t>
            </a:r>
            <a:r>
              <a:rPr lang="sv-SE" dirty="0"/>
              <a:t> </a:t>
            </a:r>
            <a:r>
              <a:rPr lang="sv-SE" dirty="0" err="1"/>
              <a:t>application</a:t>
            </a:r>
            <a:endParaRPr lang="sv-SE" dirty="0"/>
          </a:p>
          <a:p>
            <a:r>
              <a:rPr lang="sv-SE" dirty="0" err="1"/>
              <a:t>Lets</a:t>
            </a:r>
            <a:r>
              <a:rPr lang="sv-SE" dirty="0"/>
              <a:t> </a:t>
            </a:r>
            <a:r>
              <a:rPr lang="sv-SE" dirty="0" err="1"/>
              <a:t>have</a:t>
            </a:r>
            <a:r>
              <a:rPr lang="sv-SE" dirty="0"/>
              <a:t> a look at a simple </a:t>
            </a:r>
            <a:r>
              <a:rPr lang="sv-SE" dirty="0" err="1"/>
              <a:t>app</a:t>
            </a:r>
            <a:r>
              <a:rPr lang="sv-SE" dirty="0"/>
              <a:t> </a:t>
            </a:r>
            <a:r>
              <a:rPr lang="sv-SE" dirty="0" err="1"/>
              <a:t>structure</a:t>
            </a:r>
            <a:r>
              <a:rPr lang="sv-SE" dirty="0"/>
              <a:t> in </a:t>
            </a:r>
            <a:r>
              <a:rPr lang="sv-SE" dirty="0" err="1"/>
              <a:t>openshift</a:t>
            </a:r>
            <a:r>
              <a:rPr lang="sv-SE" dirty="0"/>
              <a:t>.</a:t>
            </a:r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8703190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7EAB195A-EA15-4612-8A88-89D2B7F79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Pods</a:t>
            </a:r>
            <a:r>
              <a:rPr lang="sv-SE" dirty="0"/>
              <a:t> </a:t>
            </a:r>
            <a:r>
              <a:rPr lang="sv-SE" dirty="0" err="1"/>
              <a:t>Background</a:t>
            </a:r>
            <a:endParaRPr lang="en-SE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E3D4DF97-0D44-47D9-96E4-29E3A69CF7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want</a:t>
            </a:r>
            <a:r>
              <a:rPr lang="sv-SE" dirty="0"/>
              <a:t> to </a:t>
            </a:r>
            <a:r>
              <a:rPr lang="sv-SE" dirty="0" err="1"/>
              <a:t>have</a:t>
            </a:r>
            <a:r>
              <a:rPr lang="sv-SE" dirty="0"/>
              <a:t> </a:t>
            </a:r>
            <a:r>
              <a:rPr lang="sv-SE" dirty="0" err="1"/>
              <a:t>pod</a:t>
            </a:r>
            <a:r>
              <a:rPr lang="sv-SE" dirty="0"/>
              <a:t> for </a:t>
            </a:r>
            <a:r>
              <a:rPr lang="sv-SE" dirty="0" err="1"/>
              <a:t>each</a:t>
            </a:r>
            <a:r>
              <a:rPr lang="sv-SE" dirty="0"/>
              <a:t> service (</a:t>
            </a:r>
            <a:r>
              <a:rPr lang="sv-SE" dirty="0" err="1"/>
              <a:t>Frontend</a:t>
            </a:r>
            <a:r>
              <a:rPr lang="sv-SE" dirty="0"/>
              <a:t> and </a:t>
            </a:r>
            <a:r>
              <a:rPr lang="sv-SE" dirty="0" err="1"/>
              <a:t>Backend</a:t>
            </a:r>
            <a:r>
              <a:rPr lang="sv-SE" dirty="0"/>
              <a:t> </a:t>
            </a:r>
            <a:r>
              <a:rPr lang="sv-SE" dirty="0" err="1"/>
              <a:t>are</a:t>
            </a:r>
            <a:r>
              <a:rPr lang="sv-SE" dirty="0"/>
              <a:t> 2 </a:t>
            </a:r>
            <a:r>
              <a:rPr lang="sv-SE" dirty="0" err="1"/>
              <a:t>seperate</a:t>
            </a:r>
            <a:r>
              <a:rPr lang="sv-SE" dirty="0"/>
              <a:t> services)!</a:t>
            </a:r>
          </a:p>
          <a:p>
            <a:r>
              <a:rPr lang="sv-SE" dirty="0" err="1"/>
              <a:t>Keeping</a:t>
            </a:r>
            <a:r>
              <a:rPr lang="sv-SE" dirty="0"/>
              <a:t> </a:t>
            </a:r>
            <a:r>
              <a:rPr lang="sv-SE" dirty="0" err="1"/>
              <a:t>track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the </a:t>
            </a:r>
            <a:r>
              <a:rPr lang="sv-SE" dirty="0" err="1"/>
              <a:t>application</a:t>
            </a:r>
            <a:r>
              <a:rPr lang="sv-SE" dirty="0"/>
              <a:t> </a:t>
            </a:r>
            <a:r>
              <a:rPr lang="sv-SE" dirty="0" err="1"/>
              <a:t>configuration</a:t>
            </a:r>
            <a:r>
              <a:rPr lang="sv-SE" dirty="0"/>
              <a:t> and </a:t>
            </a:r>
            <a:r>
              <a:rPr lang="sv-SE" dirty="0" err="1"/>
              <a:t>state</a:t>
            </a:r>
            <a:r>
              <a:rPr lang="sv-SE" dirty="0"/>
              <a:t>, </a:t>
            </a:r>
            <a:r>
              <a:rPr lang="sv-SE" dirty="0" err="1"/>
              <a:t>since</a:t>
            </a:r>
            <a:r>
              <a:rPr lang="sv-SE" dirty="0"/>
              <a:t> </a:t>
            </a:r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have</a:t>
            </a:r>
            <a:r>
              <a:rPr lang="sv-SE" dirty="0"/>
              <a:t> a </a:t>
            </a:r>
            <a:r>
              <a:rPr lang="sv-SE" dirty="0" err="1"/>
              <a:t>declared</a:t>
            </a:r>
            <a:r>
              <a:rPr lang="sv-SE" dirty="0"/>
              <a:t> </a:t>
            </a:r>
            <a:r>
              <a:rPr lang="sv-SE" dirty="0" err="1"/>
              <a:t>yaml</a:t>
            </a:r>
            <a:r>
              <a:rPr lang="sv-SE" dirty="0"/>
              <a:t> </a:t>
            </a:r>
            <a:r>
              <a:rPr lang="sv-SE" dirty="0" err="1"/>
              <a:t>file</a:t>
            </a:r>
            <a:r>
              <a:rPr lang="sv-SE" dirty="0"/>
              <a:t>.</a:t>
            </a:r>
          </a:p>
          <a:p>
            <a:r>
              <a:rPr lang="sv-SE" dirty="0" err="1"/>
              <a:t>Pod</a:t>
            </a:r>
            <a:r>
              <a:rPr lang="sv-SE" dirty="0"/>
              <a:t> </a:t>
            </a:r>
            <a:r>
              <a:rPr lang="sv-SE" dirty="0" err="1"/>
              <a:t>configurations</a:t>
            </a:r>
            <a:r>
              <a:rPr lang="sv-SE" dirty="0"/>
              <a:t> </a:t>
            </a:r>
            <a:r>
              <a:rPr lang="sv-SE" dirty="0" err="1"/>
              <a:t>are</a:t>
            </a:r>
            <a:r>
              <a:rPr lang="sv-SE" dirty="0"/>
              <a:t> </a:t>
            </a:r>
            <a:r>
              <a:rPr lang="sv-SE" dirty="0" err="1"/>
              <a:t>compatible</a:t>
            </a:r>
            <a:r>
              <a:rPr lang="sv-SE" dirty="0"/>
              <a:t> </a:t>
            </a:r>
            <a:r>
              <a:rPr lang="sv-SE" dirty="0" err="1"/>
              <a:t>with</a:t>
            </a:r>
            <a:r>
              <a:rPr lang="sv-SE" dirty="0"/>
              <a:t> </a:t>
            </a:r>
            <a:r>
              <a:rPr lang="sv-SE" dirty="0" err="1"/>
              <a:t>other</a:t>
            </a:r>
            <a:r>
              <a:rPr lang="sv-SE" dirty="0"/>
              <a:t> </a:t>
            </a:r>
            <a:r>
              <a:rPr lang="sv-SE" dirty="0" err="1"/>
              <a:t>internal</a:t>
            </a:r>
            <a:r>
              <a:rPr lang="sv-SE" dirty="0"/>
              <a:t> </a:t>
            </a:r>
            <a:r>
              <a:rPr lang="sv-SE" dirty="0" err="1"/>
              <a:t>openshift</a:t>
            </a:r>
            <a:r>
              <a:rPr lang="sv-SE" dirty="0"/>
              <a:t> </a:t>
            </a:r>
            <a:r>
              <a:rPr lang="sv-SE" dirty="0" err="1"/>
              <a:t>objects</a:t>
            </a:r>
            <a:r>
              <a:rPr lang="sv-SE" dirty="0"/>
              <a:t>, </a:t>
            </a:r>
            <a:r>
              <a:rPr lang="sv-SE" dirty="0" err="1"/>
              <a:t>such</a:t>
            </a:r>
            <a:r>
              <a:rPr lang="sv-SE" dirty="0"/>
              <a:t> as persistent </a:t>
            </a:r>
            <a:r>
              <a:rPr lang="sv-SE" dirty="0" err="1"/>
              <a:t>volumes</a:t>
            </a:r>
            <a:r>
              <a:rPr lang="sv-SE" dirty="0"/>
              <a:t> and </a:t>
            </a:r>
            <a:r>
              <a:rPr lang="sv-SE" dirty="0" err="1"/>
              <a:t>configmaps</a:t>
            </a:r>
            <a:r>
              <a:rPr lang="sv-SE" dirty="0"/>
              <a:t>.</a:t>
            </a:r>
          </a:p>
          <a:p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3588994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9CAAD446-9FDA-4141-B97A-1AB22BFBD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v-SE" dirty="0" err="1"/>
              <a:t>Pods</a:t>
            </a:r>
            <a:endParaRPr lang="en-SE" dirty="0"/>
          </a:p>
        </p:txBody>
      </p:sp>
      <p:pic>
        <p:nvPicPr>
          <p:cNvPr id="9" name="Bildobjekt 8">
            <a:extLst>
              <a:ext uri="{FF2B5EF4-FFF2-40B4-BE49-F238E27FC236}">
                <a16:creationId xmlns:a16="http://schemas.microsoft.com/office/drawing/2014/main" id="{7DD38B5C-BA5C-4806-A2B2-4956712A91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116095"/>
            <a:ext cx="10742651" cy="2625809"/>
          </a:xfrm>
          <a:prstGeom prst="rect">
            <a:avLst/>
          </a:prstGeom>
        </p:spPr>
      </p:pic>
      <p:cxnSp>
        <p:nvCxnSpPr>
          <p:cNvPr id="11" name="Rak pilkoppling 10">
            <a:extLst>
              <a:ext uri="{FF2B5EF4-FFF2-40B4-BE49-F238E27FC236}">
                <a16:creationId xmlns:a16="http://schemas.microsoft.com/office/drawing/2014/main" id="{D11D92F5-4327-4046-A3BA-07EFC0C665C2}"/>
              </a:ext>
            </a:extLst>
          </p:cNvPr>
          <p:cNvCxnSpPr>
            <a:cxnSpLocks/>
          </p:cNvCxnSpPr>
          <p:nvPr/>
        </p:nvCxnSpPr>
        <p:spPr>
          <a:xfrm flipH="1">
            <a:off x="4121150" y="3154017"/>
            <a:ext cx="1762815" cy="9353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ruta 14">
            <a:extLst>
              <a:ext uri="{FF2B5EF4-FFF2-40B4-BE49-F238E27FC236}">
                <a16:creationId xmlns:a16="http://schemas.microsoft.com/office/drawing/2014/main" id="{80B1E50D-E726-4E7C-B359-09397D38BF62}"/>
              </a:ext>
            </a:extLst>
          </p:cNvPr>
          <p:cNvSpPr txBox="1"/>
          <p:nvPr/>
        </p:nvSpPr>
        <p:spPr>
          <a:xfrm>
            <a:off x="5863994" y="2969351"/>
            <a:ext cx="54059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repository.arbetsformedlingen.se:5000/nginx:1.14.2</a:t>
            </a:r>
          </a:p>
        </p:txBody>
      </p:sp>
    </p:spTree>
    <p:extLst>
      <p:ext uri="{BB962C8B-B14F-4D97-AF65-F5344CB8AC3E}">
        <p14:creationId xmlns:p14="http://schemas.microsoft.com/office/powerpoint/2010/main" val="32449601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CBA01E2F-A945-49F5-B98A-438A2FF7E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v-SE" dirty="0"/>
              <a:t>15 </a:t>
            </a:r>
            <a:r>
              <a:rPr lang="sv-SE" dirty="0" err="1"/>
              <a:t>minute</a:t>
            </a:r>
            <a:r>
              <a:rPr lang="sv-SE" dirty="0"/>
              <a:t> </a:t>
            </a:r>
            <a:r>
              <a:rPr lang="sv-SE" dirty="0" err="1"/>
              <a:t>Excercise</a:t>
            </a:r>
            <a:r>
              <a:rPr lang="sv-SE" dirty="0"/>
              <a:t> </a:t>
            </a:r>
            <a:r>
              <a:rPr lang="sv-SE" dirty="0" err="1"/>
              <a:t>Pods</a:t>
            </a:r>
            <a:endParaRPr lang="en-SE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A2DBBB70-ED69-4934-95F1-E99FE116D6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2164"/>
            <a:ext cx="10515600" cy="4774228"/>
          </a:xfrm>
        </p:spPr>
        <p:txBody>
          <a:bodyPr>
            <a:normAutofit/>
          </a:bodyPr>
          <a:lstStyle/>
          <a:p>
            <a:r>
              <a:rPr lang="sv-SE" dirty="0" err="1"/>
              <a:t>Find</a:t>
            </a:r>
            <a:r>
              <a:rPr lang="sv-SE" dirty="0"/>
              <a:t> </a:t>
            </a:r>
            <a:r>
              <a:rPr lang="sv-SE" dirty="0" err="1"/>
              <a:t>out</a:t>
            </a:r>
            <a:r>
              <a:rPr lang="sv-SE" dirty="0"/>
              <a:t> </a:t>
            </a:r>
            <a:r>
              <a:rPr lang="sv-SE" dirty="0" err="1"/>
              <a:t>how</a:t>
            </a:r>
            <a:r>
              <a:rPr lang="sv-SE" dirty="0"/>
              <a:t> to spin </a:t>
            </a:r>
            <a:r>
              <a:rPr lang="sv-SE" dirty="0" err="1"/>
              <a:t>up</a:t>
            </a:r>
            <a:r>
              <a:rPr lang="sv-SE" dirty="0"/>
              <a:t> a </a:t>
            </a:r>
            <a:r>
              <a:rPr lang="sv-SE" dirty="0" err="1"/>
              <a:t>pod</a:t>
            </a:r>
            <a:r>
              <a:rPr lang="sv-SE" dirty="0"/>
              <a:t> </a:t>
            </a:r>
            <a:r>
              <a:rPr lang="sv-SE" dirty="0" err="1"/>
              <a:t>with</a:t>
            </a:r>
            <a:r>
              <a:rPr lang="sv-SE" dirty="0"/>
              <a:t> the </a:t>
            </a:r>
            <a:r>
              <a:rPr lang="sv-SE" dirty="0" err="1"/>
              <a:t>httpd</a:t>
            </a:r>
            <a:r>
              <a:rPr lang="sv-SE" dirty="0"/>
              <a:t> image in </a:t>
            </a:r>
            <a:r>
              <a:rPr lang="sv-SE" dirty="0" err="1"/>
              <a:t>Kubernetes</a:t>
            </a:r>
            <a:endParaRPr lang="sv-SE" dirty="0"/>
          </a:p>
          <a:p>
            <a:r>
              <a:rPr lang="sv-SE" dirty="0" err="1"/>
              <a:t>You</a:t>
            </a:r>
            <a:r>
              <a:rPr lang="sv-SE" dirty="0"/>
              <a:t> </a:t>
            </a:r>
            <a:r>
              <a:rPr lang="sv-SE" dirty="0" err="1"/>
              <a:t>can</a:t>
            </a:r>
            <a:r>
              <a:rPr lang="sv-SE" dirty="0"/>
              <a:t> </a:t>
            </a:r>
            <a:r>
              <a:rPr lang="sv-SE" dirty="0" err="1"/>
              <a:t>use</a:t>
            </a:r>
            <a:r>
              <a:rPr lang="sv-SE" dirty="0"/>
              <a:t> the --</a:t>
            </a:r>
            <a:r>
              <a:rPr lang="sv-SE" dirty="0" err="1"/>
              <a:t>dry-run</a:t>
            </a:r>
            <a:r>
              <a:rPr lang="sv-SE" dirty="0"/>
              <a:t>=</a:t>
            </a:r>
            <a:r>
              <a:rPr lang="sv-SE" dirty="0" err="1"/>
              <a:t>client</a:t>
            </a:r>
            <a:r>
              <a:rPr lang="sv-SE" dirty="0"/>
              <a:t> flag to </a:t>
            </a:r>
            <a:r>
              <a:rPr lang="sv-SE" dirty="0" err="1"/>
              <a:t>verify</a:t>
            </a:r>
            <a:r>
              <a:rPr lang="sv-SE" dirty="0"/>
              <a:t> </a:t>
            </a:r>
            <a:r>
              <a:rPr lang="sv-SE" dirty="0" err="1"/>
              <a:t>object</a:t>
            </a:r>
            <a:r>
              <a:rPr lang="sv-SE" dirty="0"/>
              <a:t> </a:t>
            </a:r>
            <a:r>
              <a:rPr lang="sv-SE" dirty="0" err="1"/>
              <a:t>before</a:t>
            </a:r>
            <a:r>
              <a:rPr lang="sv-SE" dirty="0"/>
              <a:t> </a:t>
            </a:r>
            <a:r>
              <a:rPr lang="sv-SE" dirty="0" err="1"/>
              <a:t>creation</a:t>
            </a:r>
            <a:r>
              <a:rPr lang="sv-SE" dirty="0"/>
              <a:t>.</a:t>
            </a:r>
          </a:p>
          <a:p>
            <a:r>
              <a:rPr lang="sv-SE" dirty="0" err="1"/>
              <a:t>Find</a:t>
            </a:r>
            <a:r>
              <a:rPr lang="sv-SE" dirty="0"/>
              <a:t> </a:t>
            </a:r>
            <a:r>
              <a:rPr lang="sv-SE" dirty="0" err="1"/>
              <a:t>out</a:t>
            </a:r>
            <a:r>
              <a:rPr lang="sv-SE" dirty="0"/>
              <a:t> </a:t>
            </a:r>
            <a:r>
              <a:rPr lang="sv-SE" dirty="0" err="1"/>
              <a:t>how</a:t>
            </a:r>
            <a:r>
              <a:rPr lang="sv-SE" dirty="0"/>
              <a:t> to </a:t>
            </a:r>
            <a:r>
              <a:rPr lang="sv-SE" dirty="0" err="1"/>
              <a:t>exec</a:t>
            </a:r>
            <a:r>
              <a:rPr lang="sv-SE" dirty="0"/>
              <a:t> </a:t>
            </a:r>
            <a:r>
              <a:rPr lang="sv-SE" dirty="0" err="1"/>
              <a:t>into</a:t>
            </a:r>
            <a:r>
              <a:rPr lang="sv-SE" dirty="0"/>
              <a:t> the container in and </a:t>
            </a:r>
            <a:r>
              <a:rPr lang="sv-SE" dirty="0" err="1"/>
              <a:t>run</a:t>
            </a:r>
            <a:r>
              <a:rPr lang="sv-SE" dirty="0"/>
              <a:t> </a:t>
            </a:r>
            <a:r>
              <a:rPr lang="sv-SE" dirty="0" err="1"/>
              <a:t>some</a:t>
            </a:r>
            <a:r>
              <a:rPr lang="sv-SE" dirty="0"/>
              <a:t> </a:t>
            </a:r>
            <a:r>
              <a:rPr lang="sv-SE" dirty="0" err="1"/>
              <a:t>command</a:t>
            </a:r>
            <a:r>
              <a:rPr lang="sv-SE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625992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70EE3254-7DC2-4222-848B-C195E6200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v-SE" dirty="0" err="1"/>
              <a:t>Background</a:t>
            </a:r>
            <a:r>
              <a:rPr lang="sv-SE" dirty="0"/>
              <a:t> </a:t>
            </a:r>
            <a:r>
              <a:rPr lang="sv-SE" dirty="0" err="1"/>
              <a:t>Deployments</a:t>
            </a:r>
            <a:endParaRPr lang="en-SE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C9B3879B-0B4E-4974-9A14-556268351E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/>
              <a:t>A </a:t>
            </a:r>
            <a:r>
              <a:rPr lang="sv-SE" dirty="0" err="1"/>
              <a:t>deployment</a:t>
            </a:r>
            <a:r>
              <a:rPr lang="sv-SE" dirty="0"/>
              <a:t> </a:t>
            </a:r>
            <a:r>
              <a:rPr lang="sv-SE" dirty="0" err="1"/>
              <a:t>will</a:t>
            </a:r>
            <a:r>
              <a:rPr lang="sv-SE" dirty="0"/>
              <a:t> make sure </a:t>
            </a:r>
            <a:r>
              <a:rPr lang="sv-SE" dirty="0" err="1"/>
              <a:t>that</a:t>
            </a:r>
            <a:r>
              <a:rPr lang="sv-SE" dirty="0"/>
              <a:t> the </a:t>
            </a:r>
            <a:r>
              <a:rPr lang="sv-SE" dirty="0" err="1"/>
              <a:t>desired</a:t>
            </a:r>
            <a:r>
              <a:rPr lang="sv-SE" dirty="0"/>
              <a:t> </a:t>
            </a:r>
            <a:r>
              <a:rPr lang="sv-SE" dirty="0" err="1"/>
              <a:t>application</a:t>
            </a:r>
            <a:r>
              <a:rPr lang="sv-SE" dirty="0"/>
              <a:t> </a:t>
            </a:r>
            <a:r>
              <a:rPr lang="sv-SE" dirty="0" err="1"/>
              <a:t>state</a:t>
            </a:r>
            <a:r>
              <a:rPr lang="sv-SE" dirty="0"/>
              <a:t> is </a:t>
            </a:r>
            <a:r>
              <a:rPr lang="sv-SE" dirty="0" err="1"/>
              <a:t>maintained</a:t>
            </a:r>
            <a:r>
              <a:rPr lang="sv-SE" dirty="0"/>
              <a:t>.</a:t>
            </a:r>
          </a:p>
          <a:p>
            <a:r>
              <a:rPr lang="sv-SE" dirty="0" err="1"/>
              <a:t>Lets</a:t>
            </a:r>
            <a:r>
              <a:rPr lang="sv-SE" dirty="0"/>
              <a:t> </a:t>
            </a:r>
            <a:r>
              <a:rPr lang="sv-SE" dirty="0" err="1"/>
              <a:t>say</a:t>
            </a:r>
            <a:r>
              <a:rPr lang="sv-SE" dirty="0"/>
              <a:t> </a:t>
            </a:r>
            <a:r>
              <a:rPr lang="sv-SE" dirty="0" err="1"/>
              <a:t>that</a:t>
            </a:r>
            <a:r>
              <a:rPr lang="sv-SE" dirty="0"/>
              <a:t> </a:t>
            </a:r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always</a:t>
            </a:r>
            <a:r>
              <a:rPr lang="sv-SE" dirty="0"/>
              <a:t> </a:t>
            </a:r>
            <a:r>
              <a:rPr lang="sv-SE" dirty="0" err="1"/>
              <a:t>want</a:t>
            </a:r>
            <a:r>
              <a:rPr lang="sv-SE" dirty="0"/>
              <a:t> to </a:t>
            </a:r>
            <a:r>
              <a:rPr lang="sv-SE" dirty="0" err="1"/>
              <a:t>have</a:t>
            </a:r>
            <a:r>
              <a:rPr lang="sv-SE" dirty="0"/>
              <a:t> 3 </a:t>
            </a:r>
            <a:r>
              <a:rPr lang="sv-SE" dirty="0" err="1"/>
              <a:t>replicas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a </a:t>
            </a:r>
            <a:r>
              <a:rPr lang="sv-SE" dirty="0" err="1"/>
              <a:t>pod</a:t>
            </a:r>
            <a:r>
              <a:rPr lang="sv-SE" dirty="0"/>
              <a:t>, a </a:t>
            </a:r>
            <a:r>
              <a:rPr lang="sv-SE" dirty="0" err="1"/>
              <a:t>deployment</a:t>
            </a:r>
            <a:r>
              <a:rPr lang="sv-SE" dirty="0"/>
              <a:t> </a:t>
            </a:r>
            <a:r>
              <a:rPr lang="sv-SE" dirty="0" err="1"/>
              <a:t>will</a:t>
            </a:r>
            <a:r>
              <a:rPr lang="sv-SE" dirty="0"/>
              <a:t> try to </a:t>
            </a:r>
            <a:r>
              <a:rPr lang="sv-SE" dirty="0" err="1"/>
              <a:t>restart</a:t>
            </a:r>
            <a:r>
              <a:rPr lang="sv-SE" dirty="0"/>
              <a:t> </a:t>
            </a:r>
            <a:r>
              <a:rPr lang="sv-SE" dirty="0" err="1"/>
              <a:t>pods</a:t>
            </a:r>
            <a:r>
              <a:rPr lang="sv-SE" dirty="0"/>
              <a:t> </a:t>
            </a:r>
            <a:r>
              <a:rPr lang="sv-SE" dirty="0" err="1"/>
              <a:t>if</a:t>
            </a:r>
            <a:r>
              <a:rPr lang="sv-SE" dirty="0"/>
              <a:t> </a:t>
            </a:r>
            <a:r>
              <a:rPr lang="sv-SE" dirty="0" err="1"/>
              <a:t>they</a:t>
            </a:r>
            <a:r>
              <a:rPr lang="sv-SE" dirty="0"/>
              <a:t> </a:t>
            </a:r>
            <a:r>
              <a:rPr lang="sv-SE" dirty="0" err="1"/>
              <a:t>fail</a:t>
            </a:r>
            <a:r>
              <a:rPr lang="sv-SE" dirty="0"/>
              <a:t>.</a:t>
            </a:r>
          </a:p>
          <a:p>
            <a:r>
              <a:rPr lang="sv-SE" dirty="0"/>
              <a:t> </a:t>
            </a:r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can</a:t>
            </a:r>
            <a:r>
              <a:rPr lang="sv-SE" dirty="0"/>
              <a:t> </a:t>
            </a:r>
            <a:r>
              <a:rPr lang="sv-SE" dirty="0" err="1"/>
              <a:t>also</a:t>
            </a:r>
            <a:r>
              <a:rPr lang="sv-SE" dirty="0"/>
              <a:t> </a:t>
            </a:r>
            <a:r>
              <a:rPr lang="sv-SE" dirty="0" err="1"/>
              <a:t>specify</a:t>
            </a:r>
            <a:r>
              <a:rPr lang="sv-SE" dirty="0"/>
              <a:t> </a:t>
            </a:r>
            <a:r>
              <a:rPr lang="sv-SE" dirty="0" err="1"/>
              <a:t>which</a:t>
            </a:r>
            <a:r>
              <a:rPr lang="sv-SE" dirty="0"/>
              <a:t> </a:t>
            </a:r>
            <a:r>
              <a:rPr lang="sv-SE" dirty="0" err="1"/>
              <a:t>strategy</a:t>
            </a:r>
            <a:r>
              <a:rPr lang="sv-SE" dirty="0"/>
              <a:t> to </a:t>
            </a:r>
            <a:r>
              <a:rPr lang="sv-SE" dirty="0" err="1"/>
              <a:t>use</a:t>
            </a:r>
            <a:r>
              <a:rPr lang="sv-SE" dirty="0"/>
              <a:t> for </a:t>
            </a:r>
            <a:r>
              <a:rPr lang="sv-SE" dirty="0" err="1"/>
              <a:t>our</a:t>
            </a:r>
            <a:r>
              <a:rPr lang="sv-SE" dirty="0"/>
              <a:t> </a:t>
            </a:r>
            <a:r>
              <a:rPr lang="sv-SE" dirty="0" err="1"/>
              <a:t>deployment</a:t>
            </a:r>
            <a:r>
              <a:rPr lang="sv-SE" dirty="0"/>
              <a:t> (</a:t>
            </a:r>
            <a:r>
              <a:rPr lang="sv-SE" dirty="0" err="1"/>
              <a:t>more</a:t>
            </a:r>
            <a:r>
              <a:rPr lang="sv-SE" dirty="0"/>
              <a:t> on </a:t>
            </a:r>
            <a:r>
              <a:rPr lang="sv-SE" dirty="0" err="1"/>
              <a:t>this</a:t>
            </a:r>
            <a:r>
              <a:rPr lang="sv-SE" dirty="0"/>
              <a:t> later)</a:t>
            </a:r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2750591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1094F147-A884-4AD6-ABDC-36A760817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v-SE" dirty="0" err="1"/>
              <a:t>Deployments</a:t>
            </a:r>
            <a:endParaRPr lang="en-SE" dirty="0"/>
          </a:p>
        </p:txBody>
      </p:sp>
      <p:pic>
        <p:nvPicPr>
          <p:cNvPr id="5" name="Bildobjekt 4">
            <a:extLst>
              <a:ext uri="{FF2B5EF4-FFF2-40B4-BE49-F238E27FC236}">
                <a16:creationId xmlns:a16="http://schemas.microsoft.com/office/drawing/2014/main" id="{4344CB38-E248-415E-8448-0FB6E443B2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10515600" cy="3875224"/>
          </a:xfrm>
          <a:prstGeom prst="rect">
            <a:avLst/>
          </a:prstGeom>
        </p:spPr>
      </p:pic>
      <p:cxnSp>
        <p:nvCxnSpPr>
          <p:cNvPr id="6" name="Rak pilkoppling 5">
            <a:extLst>
              <a:ext uri="{FF2B5EF4-FFF2-40B4-BE49-F238E27FC236}">
                <a16:creationId xmlns:a16="http://schemas.microsoft.com/office/drawing/2014/main" id="{DE101C53-6EE6-48CC-8E20-822D7723FCED}"/>
              </a:ext>
            </a:extLst>
          </p:cNvPr>
          <p:cNvCxnSpPr>
            <a:cxnSpLocks/>
          </p:cNvCxnSpPr>
          <p:nvPr/>
        </p:nvCxnSpPr>
        <p:spPr>
          <a:xfrm flipH="1">
            <a:off x="4768850" y="3942149"/>
            <a:ext cx="3263900" cy="752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ruta 7">
            <a:extLst>
              <a:ext uri="{FF2B5EF4-FFF2-40B4-BE49-F238E27FC236}">
                <a16:creationId xmlns:a16="http://schemas.microsoft.com/office/drawing/2014/main" id="{BD4CE4C4-604D-477B-B9CD-D27BD3955454}"/>
              </a:ext>
            </a:extLst>
          </p:cNvPr>
          <p:cNvSpPr txBox="1"/>
          <p:nvPr/>
        </p:nvSpPr>
        <p:spPr>
          <a:xfrm>
            <a:off x="8096250" y="3618984"/>
            <a:ext cx="33210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A </a:t>
            </a:r>
            <a:r>
              <a:rPr lang="sv-SE" dirty="0" err="1"/>
              <a:t>pod</a:t>
            </a:r>
            <a:r>
              <a:rPr lang="sv-SE" dirty="0"/>
              <a:t> definition inside the </a:t>
            </a:r>
            <a:r>
              <a:rPr lang="sv-SE" dirty="0" err="1"/>
              <a:t>deployment</a:t>
            </a:r>
            <a:r>
              <a:rPr lang="sv-SE" dirty="0"/>
              <a:t> </a:t>
            </a:r>
            <a:r>
              <a:rPr lang="sv-SE" dirty="0" err="1"/>
              <a:t>object</a:t>
            </a:r>
            <a:r>
              <a:rPr lang="sv-SE" dirty="0"/>
              <a:t> is </a:t>
            </a:r>
            <a:r>
              <a:rPr lang="sv-SE" dirty="0" err="1"/>
              <a:t>defined</a:t>
            </a:r>
            <a:endParaRPr lang="sv-SE" dirty="0"/>
          </a:p>
        </p:txBody>
      </p:sp>
      <p:cxnSp>
        <p:nvCxnSpPr>
          <p:cNvPr id="10" name="Rak pilkoppling 9">
            <a:extLst>
              <a:ext uri="{FF2B5EF4-FFF2-40B4-BE49-F238E27FC236}">
                <a16:creationId xmlns:a16="http://schemas.microsoft.com/office/drawing/2014/main" id="{1560E4A5-3F76-4CE4-BA09-0D4B76AA9E5A}"/>
              </a:ext>
            </a:extLst>
          </p:cNvPr>
          <p:cNvCxnSpPr>
            <a:cxnSpLocks/>
          </p:cNvCxnSpPr>
          <p:nvPr/>
        </p:nvCxnSpPr>
        <p:spPr>
          <a:xfrm flipH="1">
            <a:off x="3187700" y="2786449"/>
            <a:ext cx="3263900" cy="752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Rak pilkoppling 10">
            <a:extLst>
              <a:ext uri="{FF2B5EF4-FFF2-40B4-BE49-F238E27FC236}">
                <a16:creationId xmlns:a16="http://schemas.microsoft.com/office/drawing/2014/main" id="{BDEFD269-6894-4C69-9837-4A9D48CE8F38}"/>
              </a:ext>
            </a:extLst>
          </p:cNvPr>
          <p:cNvCxnSpPr>
            <a:cxnSpLocks/>
          </p:cNvCxnSpPr>
          <p:nvPr/>
        </p:nvCxnSpPr>
        <p:spPr>
          <a:xfrm flipH="1">
            <a:off x="3397250" y="2786449"/>
            <a:ext cx="3054350" cy="15046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ruta 12">
            <a:extLst>
              <a:ext uri="{FF2B5EF4-FFF2-40B4-BE49-F238E27FC236}">
                <a16:creationId xmlns:a16="http://schemas.microsoft.com/office/drawing/2014/main" id="{C87540E7-45BF-4CB2-9D8F-43A836F5E1CA}"/>
              </a:ext>
            </a:extLst>
          </p:cNvPr>
          <p:cNvSpPr txBox="1"/>
          <p:nvPr/>
        </p:nvSpPr>
        <p:spPr>
          <a:xfrm>
            <a:off x="6521450" y="2447792"/>
            <a:ext cx="3321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 err="1"/>
              <a:t>Labels</a:t>
            </a:r>
            <a:r>
              <a:rPr lang="sv-SE" dirty="0"/>
              <a:t> </a:t>
            </a:r>
            <a:r>
              <a:rPr lang="sv-SE" dirty="0" err="1"/>
              <a:t>need</a:t>
            </a:r>
            <a:r>
              <a:rPr lang="sv-SE" dirty="0"/>
              <a:t> to match in the </a:t>
            </a:r>
            <a:r>
              <a:rPr lang="sv-SE" dirty="0" err="1"/>
              <a:t>pod</a:t>
            </a:r>
            <a:r>
              <a:rPr lang="sv-SE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639174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B7CF5037-FE26-44FA-A6E7-655754406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15 </a:t>
            </a:r>
            <a:r>
              <a:rPr lang="sv-SE" dirty="0" err="1"/>
              <a:t>minutes</a:t>
            </a:r>
            <a:r>
              <a:rPr lang="sv-SE" dirty="0"/>
              <a:t> </a:t>
            </a:r>
            <a:r>
              <a:rPr lang="sv-SE" dirty="0" err="1"/>
              <a:t>excercise</a:t>
            </a:r>
            <a:r>
              <a:rPr lang="sv-SE" dirty="0"/>
              <a:t> </a:t>
            </a:r>
            <a:r>
              <a:rPr lang="sv-SE" dirty="0" err="1"/>
              <a:t>Deployments</a:t>
            </a:r>
            <a:endParaRPr lang="en-SE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E318A6D8-4636-46F3-8542-2145450CB8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 err="1"/>
              <a:t>Use</a:t>
            </a:r>
            <a:r>
              <a:rPr lang="sv-SE" dirty="0"/>
              <a:t> the </a:t>
            </a:r>
            <a:r>
              <a:rPr lang="sv-SE" dirty="0" err="1"/>
              <a:t>kubernetes</a:t>
            </a:r>
            <a:r>
              <a:rPr lang="sv-SE" dirty="0"/>
              <a:t> </a:t>
            </a:r>
            <a:r>
              <a:rPr lang="sv-SE" dirty="0" err="1"/>
              <a:t>documentation</a:t>
            </a:r>
            <a:r>
              <a:rPr lang="sv-SE" dirty="0"/>
              <a:t> in combination </a:t>
            </a:r>
            <a:r>
              <a:rPr lang="sv-SE" dirty="0" err="1"/>
              <a:t>with</a:t>
            </a:r>
            <a:r>
              <a:rPr lang="sv-SE" dirty="0"/>
              <a:t> the </a:t>
            </a:r>
            <a:r>
              <a:rPr lang="sv-SE" dirty="0" err="1"/>
              <a:t>yaml</a:t>
            </a:r>
            <a:r>
              <a:rPr lang="sv-SE" dirty="0"/>
              <a:t> for the </a:t>
            </a:r>
            <a:r>
              <a:rPr lang="sv-SE" dirty="0" err="1"/>
              <a:t>httpd</a:t>
            </a:r>
            <a:r>
              <a:rPr lang="sv-SE" dirty="0"/>
              <a:t> </a:t>
            </a:r>
            <a:r>
              <a:rPr lang="sv-SE" dirty="0" err="1"/>
              <a:t>pod</a:t>
            </a:r>
            <a:r>
              <a:rPr lang="sv-SE" dirty="0"/>
              <a:t>, to wrap a </a:t>
            </a:r>
            <a:r>
              <a:rPr lang="sv-SE" dirty="0" err="1"/>
              <a:t>httpd</a:t>
            </a:r>
            <a:r>
              <a:rPr lang="sv-SE" dirty="0"/>
              <a:t> </a:t>
            </a:r>
            <a:r>
              <a:rPr lang="sv-SE" dirty="0" err="1"/>
              <a:t>pod</a:t>
            </a:r>
            <a:r>
              <a:rPr lang="sv-SE" dirty="0"/>
              <a:t> inside a </a:t>
            </a:r>
            <a:r>
              <a:rPr lang="sv-SE" dirty="0" err="1"/>
              <a:t>deployment</a:t>
            </a:r>
            <a:r>
              <a:rPr lang="sv-SE" dirty="0"/>
              <a:t> </a:t>
            </a:r>
            <a:r>
              <a:rPr lang="sv-SE" dirty="0" err="1"/>
              <a:t>with</a:t>
            </a:r>
            <a:r>
              <a:rPr lang="sv-SE" dirty="0"/>
              <a:t> 3 </a:t>
            </a:r>
            <a:r>
              <a:rPr lang="sv-SE" dirty="0" err="1"/>
              <a:t>replicas</a:t>
            </a:r>
            <a:r>
              <a:rPr lang="sv-SE" dirty="0"/>
              <a:t>.</a:t>
            </a:r>
          </a:p>
          <a:p>
            <a:r>
              <a:rPr lang="sv-SE" dirty="0" err="1"/>
              <a:t>Find</a:t>
            </a:r>
            <a:r>
              <a:rPr lang="sv-SE" dirty="0"/>
              <a:t> </a:t>
            </a:r>
            <a:r>
              <a:rPr lang="sv-SE" dirty="0" err="1"/>
              <a:t>out</a:t>
            </a:r>
            <a:r>
              <a:rPr lang="sv-SE" dirty="0"/>
              <a:t> the </a:t>
            </a:r>
            <a:r>
              <a:rPr lang="sv-SE" dirty="0" err="1"/>
              <a:t>correct</a:t>
            </a:r>
            <a:r>
              <a:rPr lang="sv-SE" dirty="0"/>
              <a:t> </a:t>
            </a:r>
            <a:r>
              <a:rPr lang="sv-SE" dirty="0" err="1"/>
              <a:t>kubectl</a:t>
            </a:r>
            <a:r>
              <a:rPr lang="sv-SE" dirty="0"/>
              <a:t> </a:t>
            </a:r>
            <a:r>
              <a:rPr lang="sv-SE" dirty="0" err="1"/>
              <a:t>command</a:t>
            </a:r>
            <a:r>
              <a:rPr lang="sv-SE" dirty="0"/>
              <a:t> to set a new image version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httpd</a:t>
            </a:r>
            <a:r>
              <a:rPr lang="sv-SE" dirty="0"/>
              <a:t> to </a:t>
            </a:r>
            <a:r>
              <a:rPr lang="en-SE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2.4</a:t>
            </a:r>
            <a:r>
              <a:rPr lang="sv-SE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in the </a:t>
            </a:r>
            <a:r>
              <a:rPr lang="sv-SE" sz="18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deployment</a:t>
            </a:r>
            <a:endParaRPr lang="sv-SE" dirty="0"/>
          </a:p>
          <a:p>
            <a:pPr lvl="1"/>
            <a:r>
              <a:rPr lang="sv-SE" dirty="0" err="1"/>
              <a:t>What</a:t>
            </a:r>
            <a:r>
              <a:rPr lang="sv-SE" dirty="0"/>
              <a:t> </a:t>
            </a:r>
            <a:r>
              <a:rPr lang="sv-SE" dirty="0" err="1"/>
              <a:t>will</a:t>
            </a:r>
            <a:r>
              <a:rPr lang="sv-SE" dirty="0"/>
              <a:t> </a:t>
            </a:r>
            <a:r>
              <a:rPr lang="sv-SE" dirty="0" err="1"/>
              <a:t>happen</a:t>
            </a:r>
            <a:r>
              <a:rPr lang="sv-SE" dirty="0"/>
              <a:t> to all the </a:t>
            </a:r>
            <a:r>
              <a:rPr lang="sv-SE" dirty="0" err="1"/>
              <a:t>pods</a:t>
            </a:r>
            <a:r>
              <a:rPr lang="sv-SE" dirty="0"/>
              <a:t>?</a:t>
            </a:r>
          </a:p>
          <a:p>
            <a:r>
              <a:rPr lang="sv-SE" dirty="0" err="1"/>
              <a:t>Now</a:t>
            </a:r>
            <a:r>
              <a:rPr lang="sv-SE" dirty="0"/>
              <a:t> go to </a:t>
            </a:r>
            <a:r>
              <a:rPr lang="sv-SE" dirty="0" err="1"/>
              <a:t>one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your</a:t>
            </a:r>
            <a:r>
              <a:rPr lang="sv-SE" dirty="0"/>
              <a:t> </a:t>
            </a:r>
            <a:r>
              <a:rPr lang="sv-SE" dirty="0" err="1"/>
              <a:t>pods</a:t>
            </a:r>
            <a:r>
              <a:rPr lang="sv-SE" dirty="0"/>
              <a:t> and </a:t>
            </a:r>
            <a:r>
              <a:rPr lang="sv-SE" dirty="0" err="1"/>
              <a:t>delete</a:t>
            </a:r>
            <a:r>
              <a:rPr lang="sv-SE" dirty="0"/>
              <a:t> </a:t>
            </a:r>
            <a:r>
              <a:rPr lang="sv-SE" dirty="0" err="1"/>
              <a:t>them</a:t>
            </a:r>
            <a:r>
              <a:rPr lang="sv-SE" dirty="0"/>
              <a:t> </a:t>
            </a:r>
            <a:r>
              <a:rPr lang="sv-SE" dirty="0" err="1"/>
              <a:t>with</a:t>
            </a:r>
            <a:r>
              <a:rPr lang="sv-SE" dirty="0"/>
              <a:t> the CLI</a:t>
            </a:r>
          </a:p>
          <a:p>
            <a:pPr lvl="1"/>
            <a:r>
              <a:rPr lang="sv-SE" dirty="0" err="1"/>
              <a:t>Dont</a:t>
            </a:r>
            <a:r>
              <a:rPr lang="sv-SE" dirty="0"/>
              <a:t> </a:t>
            </a:r>
            <a:r>
              <a:rPr lang="sv-SE" dirty="0" err="1"/>
              <a:t>delete</a:t>
            </a:r>
            <a:r>
              <a:rPr lang="sv-SE" dirty="0"/>
              <a:t> the </a:t>
            </a:r>
            <a:r>
              <a:rPr lang="sv-SE" dirty="0" err="1"/>
              <a:t>deployment</a:t>
            </a:r>
            <a:r>
              <a:rPr lang="sv-SE" dirty="0"/>
              <a:t>!</a:t>
            </a:r>
          </a:p>
          <a:p>
            <a:pPr lvl="1"/>
            <a:r>
              <a:rPr lang="sv-SE" dirty="0"/>
              <a:t>The </a:t>
            </a:r>
            <a:r>
              <a:rPr lang="sv-SE" dirty="0" err="1"/>
              <a:t>deployment</a:t>
            </a:r>
            <a:r>
              <a:rPr lang="sv-SE" dirty="0"/>
              <a:t> </a:t>
            </a:r>
            <a:r>
              <a:rPr lang="sv-SE" dirty="0" err="1"/>
              <a:t>will</a:t>
            </a:r>
            <a:r>
              <a:rPr lang="sv-SE" dirty="0"/>
              <a:t> try to spin the </a:t>
            </a:r>
            <a:r>
              <a:rPr lang="sv-SE" dirty="0" err="1"/>
              <a:t>desired</a:t>
            </a:r>
            <a:r>
              <a:rPr lang="sv-SE" dirty="0"/>
              <a:t> </a:t>
            </a:r>
            <a:r>
              <a:rPr lang="sv-SE" dirty="0" err="1"/>
              <a:t>number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pods</a:t>
            </a:r>
            <a:r>
              <a:rPr lang="sv-SE" dirty="0"/>
              <a:t> </a:t>
            </a:r>
            <a:r>
              <a:rPr lang="sv-SE" dirty="0" err="1"/>
              <a:t>again</a:t>
            </a:r>
            <a:r>
              <a:rPr lang="sv-SE" dirty="0"/>
              <a:t>.</a:t>
            </a:r>
          </a:p>
          <a:p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25256070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44A46-8046-6087-47C6-21DD77F31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Links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F2DF35-5EFA-CC3A-0916-C7E47158B1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Kubernetes/</a:t>
            </a:r>
            <a:r>
              <a:rPr lang="en-US" dirty="0" err="1"/>
              <a:t>openshift</a:t>
            </a:r>
            <a:r>
              <a:rPr lang="en-US" dirty="0"/>
              <a:t> docs:</a:t>
            </a:r>
          </a:p>
          <a:p>
            <a:pPr lvl="1"/>
            <a:r>
              <a:rPr lang="sv-SE" dirty="0">
                <a:hlinkClick r:id="rId2"/>
              </a:rPr>
              <a:t>https://kubernetes.io/docs/home/</a:t>
            </a:r>
            <a:endParaRPr lang="sv-SE" dirty="0"/>
          </a:p>
          <a:p>
            <a:pPr lvl="1"/>
            <a:r>
              <a:rPr lang="sv-SE" dirty="0">
                <a:hlinkClick r:id="rId3"/>
              </a:rPr>
              <a:t>https://docs.openshift.com/container-platform/4.11/welcome/index.html</a:t>
            </a:r>
            <a:endParaRPr lang="sv-SE" dirty="0"/>
          </a:p>
          <a:p>
            <a:r>
              <a:rPr lang="en-US" dirty="0" err="1"/>
              <a:t>Kubectl</a:t>
            </a:r>
            <a:r>
              <a:rPr lang="en-US" dirty="0"/>
              <a:t> CLI reference guide (Try the examples here in docker desktop)</a:t>
            </a:r>
          </a:p>
          <a:p>
            <a:pPr lvl="1"/>
            <a:r>
              <a:rPr lang="sv-SE" dirty="0">
                <a:hlinkClick r:id="rId4"/>
              </a:rPr>
              <a:t>https://kubernetes.io/docs/reference/generated/kubectl/kubectl-commands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97316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A005B7CC-4945-DA44-F193-52801F1A5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v-SE" dirty="0" err="1"/>
              <a:t>Next</a:t>
            </a:r>
            <a:r>
              <a:rPr lang="sv-SE" dirty="0"/>
              <a:t> </a:t>
            </a:r>
            <a:r>
              <a:rPr lang="sv-SE" dirty="0" err="1"/>
              <a:t>time</a:t>
            </a:r>
            <a:endParaRPr lang="sv-SE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9055B1B5-249E-4BD0-D91C-CC181D16F6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will</a:t>
            </a:r>
            <a:r>
              <a:rPr lang="sv-SE" dirty="0"/>
              <a:t> </a:t>
            </a:r>
            <a:r>
              <a:rPr lang="sv-SE" dirty="0" err="1"/>
              <a:t>move</a:t>
            </a:r>
            <a:r>
              <a:rPr lang="sv-SE" dirty="0"/>
              <a:t> </a:t>
            </a:r>
            <a:r>
              <a:rPr lang="sv-SE" dirty="0" err="1"/>
              <a:t>our</a:t>
            </a:r>
            <a:r>
              <a:rPr lang="sv-SE" dirty="0"/>
              <a:t> </a:t>
            </a:r>
            <a:r>
              <a:rPr lang="sv-SE" dirty="0" err="1"/>
              <a:t>pods</a:t>
            </a:r>
            <a:r>
              <a:rPr lang="sv-SE" dirty="0"/>
              <a:t> </a:t>
            </a:r>
            <a:r>
              <a:rPr lang="sv-SE" dirty="0" err="1"/>
              <a:t>into</a:t>
            </a:r>
            <a:r>
              <a:rPr lang="sv-SE" dirty="0"/>
              <a:t> </a:t>
            </a:r>
            <a:r>
              <a:rPr lang="sv-SE" dirty="0" err="1"/>
              <a:t>Azure</a:t>
            </a:r>
            <a:r>
              <a:rPr lang="sv-SE" dirty="0"/>
              <a:t> and </a:t>
            </a:r>
            <a:r>
              <a:rPr lang="sv-SE" dirty="0" err="1"/>
              <a:t>run</a:t>
            </a:r>
            <a:r>
              <a:rPr lang="sv-SE" dirty="0"/>
              <a:t> </a:t>
            </a:r>
            <a:r>
              <a:rPr lang="sv-SE" dirty="0" err="1"/>
              <a:t>them</a:t>
            </a:r>
            <a:r>
              <a:rPr lang="sv-SE" dirty="0"/>
              <a:t> inside the </a:t>
            </a:r>
            <a:r>
              <a:rPr lang="sv-SE" dirty="0" err="1"/>
              <a:t>cloud</a:t>
            </a:r>
            <a:r>
              <a:rPr lang="sv-SE" dirty="0"/>
              <a:t> </a:t>
            </a:r>
            <a:r>
              <a:rPr lang="sv-SE" dirty="0" err="1"/>
              <a:t>environment</a:t>
            </a:r>
            <a:r>
              <a:rPr lang="sv-SE" dirty="0"/>
              <a:t> and </a:t>
            </a:r>
            <a:r>
              <a:rPr lang="sv-SE" dirty="0" err="1"/>
              <a:t>learn</a:t>
            </a:r>
            <a:r>
              <a:rPr lang="sv-SE" dirty="0"/>
              <a:t> </a:t>
            </a:r>
            <a:r>
              <a:rPr lang="sv-SE" dirty="0" err="1"/>
              <a:t>which</a:t>
            </a:r>
            <a:r>
              <a:rPr lang="sv-SE" dirty="0"/>
              <a:t> </a:t>
            </a:r>
            <a:r>
              <a:rPr lang="sv-SE" dirty="0" err="1"/>
              <a:t>tools</a:t>
            </a:r>
            <a:r>
              <a:rPr lang="sv-SE" dirty="0"/>
              <a:t> </a:t>
            </a:r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can</a:t>
            </a:r>
            <a:r>
              <a:rPr lang="sv-SE" dirty="0"/>
              <a:t> </a:t>
            </a:r>
            <a:r>
              <a:rPr lang="sv-SE" dirty="0" err="1"/>
              <a:t>use</a:t>
            </a:r>
            <a:r>
              <a:rPr lang="sv-SE" dirty="0"/>
              <a:t> inside </a:t>
            </a:r>
            <a:r>
              <a:rPr lang="sv-SE" dirty="0" err="1"/>
              <a:t>Azure</a:t>
            </a:r>
            <a:r>
              <a:rPr lang="sv-SE" dirty="0"/>
              <a:t> to support </a:t>
            </a:r>
            <a:r>
              <a:rPr lang="sv-SE" dirty="0" err="1"/>
              <a:t>docker</a:t>
            </a:r>
            <a:r>
              <a:rPr lang="sv-SE" dirty="0"/>
              <a:t>/container </a:t>
            </a:r>
            <a:r>
              <a:rPr lang="sv-SE" dirty="0" err="1"/>
              <a:t>development</a:t>
            </a:r>
            <a:r>
              <a:rPr lang="sv-SE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665464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1386</TotalTime>
  <Words>977</Words>
  <Application>Microsoft Office PowerPoint</Application>
  <PresentationFormat>Bredbild</PresentationFormat>
  <Paragraphs>105</Paragraphs>
  <Slides>26</Slides>
  <Notes>0</Notes>
  <HiddenSlides>0</HiddenSlides>
  <MMClips>0</MMClips>
  <ScaleCrop>false</ScaleCrop>
  <HeadingPairs>
    <vt:vector size="6" baseType="variant">
      <vt:variant>
        <vt:lpstr>Använt teckensnitt</vt:lpstr>
      </vt:variant>
      <vt:variant>
        <vt:i4>4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26</vt:i4>
      </vt:variant>
    </vt:vector>
  </HeadingPairs>
  <TitlesOfParts>
    <vt:vector size="31" baseType="lpstr">
      <vt:lpstr>Aptos</vt:lpstr>
      <vt:lpstr>Aptos Display</vt:lpstr>
      <vt:lpstr>Arial</vt:lpstr>
      <vt:lpstr>Lucida Console</vt:lpstr>
      <vt:lpstr>Office-tema</vt:lpstr>
      <vt:lpstr>Day 2: Designing Apps with Docker</vt:lpstr>
      <vt:lpstr>PowerPoint-presentation</vt:lpstr>
      <vt:lpstr>Pushing images to a repository</vt:lpstr>
      <vt:lpstr>Quiz: What does each row do?</vt:lpstr>
      <vt:lpstr>Containers are stateless</vt:lpstr>
      <vt:lpstr>Creating a volume in docker desktop</vt:lpstr>
      <vt:lpstr>Using the volume  inside the container</vt:lpstr>
      <vt:lpstr>Checking logs</vt:lpstr>
      <vt:lpstr>Security in docker</vt:lpstr>
      <vt:lpstr>add user/group/permission then run as that user. </vt:lpstr>
      <vt:lpstr>Problems with docker</vt:lpstr>
      <vt:lpstr>Openshift (Kubernetes) development</vt:lpstr>
      <vt:lpstr>Pods Run on Nodes</vt:lpstr>
      <vt:lpstr>Pods Architecture</vt:lpstr>
      <vt:lpstr>Openshift vs Kubernetes CLI</vt:lpstr>
      <vt:lpstr>CLI documentation</vt:lpstr>
      <vt:lpstr>Project structure</vt:lpstr>
      <vt:lpstr>Openshift/Kubernetes objects</vt:lpstr>
      <vt:lpstr>Pods Background</vt:lpstr>
      <vt:lpstr>Pods</vt:lpstr>
      <vt:lpstr>15 minute Excercise Pods</vt:lpstr>
      <vt:lpstr>Background Deployments</vt:lpstr>
      <vt:lpstr>Deployments</vt:lpstr>
      <vt:lpstr>15 minutes excercise Deployments</vt:lpstr>
      <vt:lpstr>Links</vt:lpstr>
      <vt:lpstr>Next time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Mattias Bourghardt Nordell</dc:creator>
  <cp:lastModifiedBy>Mattias Bourghardt Nordell</cp:lastModifiedBy>
  <cp:revision>5</cp:revision>
  <dcterms:created xsi:type="dcterms:W3CDTF">2026-04-28T19:01:09Z</dcterms:created>
  <dcterms:modified xsi:type="dcterms:W3CDTF">2026-04-29T18:07:16Z</dcterms:modified>
</cp:coreProperties>
</file>